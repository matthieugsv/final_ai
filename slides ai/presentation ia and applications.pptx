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notesSlides/notesSlide9.xml" ContentType="application/vnd.openxmlformats-officedocument.presentationml.notesSlide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7"/>
  </p:notesMasterIdLst>
  <p:handoutMasterIdLst>
    <p:handoutMasterId r:id="rId18"/>
  </p:handoutMasterIdLst>
  <p:sldIdLst>
    <p:sldId id="410" r:id="rId5"/>
    <p:sldId id="408" r:id="rId6"/>
    <p:sldId id="416" r:id="rId7"/>
    <p:sldId id="422" r:id="rId8"/>
    <p:sldId id="411" r:id="rId9"/>
    <p:sldId id="418" r:id="rId10"/>
    <p:sldId id="419" r:id="rId11"/>
    <p:sldId id="420" r:id="rId12"/>
    <p:sldId id="412" r:id="rId13"/>
    <p:sldId id="413" r:id="rId14"/>
    <p:sldId id="415" r:id="rId15"/>
    <p:sldId id="421" r:id="rId16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eu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747" autoAdjust="0"/>
  </p:normalViewPr>
  <p:slideViewPr>
    <p:cSldViewPr snapToGrid="0">
      <p:cViewPr>
        <p:scale>
          <a:sx n="95" d="100"/>
          <a:sy n="95" d="100"/>
        </p:scale>
        <p:origin x="163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36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E7829D4B-412A-499A-8D4F-B904ADB5D0BE}" type="datetime1">
              <a:rPr lang="fr-FR" smtClean="0"/>
              <a:t>02/04/2026</a:t>
            </a:fld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E2C230DF-5933-439D-898F-38E9AC9BA688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8" name="Espace réservé de l’en-tête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1:45:20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24568,'2965'51'0,"-3164"-155"0,398 208 0,-401-8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1:24:06.1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1 778 9830,'30'-3'0,"75"-16"0,-2-4 0,110-39 0,-94 25 0,521-139 0,8 28 0,812-80 0,-378 146 7197,1 95 881,-793 17-7475,354 83 0,270 122-700,-534-118 97,-297-87 0,-1 4 0,112 65 0,-133-61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1:24:07.6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9830,'5'7'5844,"368"450"-2691,-343-422-2845,-5-8 208,-3 0 0,39 61 0,-60-87-491,0 0-1,0 0 1,-1 0 0,1 0-1,0 0 1,-1 0-1,1 0 1,-1 0 0,0 0-1,1 0 1,-1 0-1,0 1 1,0-1 0,0 0-1,0 0 1,0 0 0,0 1-1,0-1 1,0 0-1,0 0 1,0 0 0,-1 1-1,1-1 1,0 0-1,-1 0 1,1 0 0,-1 0-1,1 0 1,-1 0 0,0 0-1,0 0 1,1 0-1,-1 0 1,0 0 0,0 0-1,0-1 1,0 1-1,0 0 1,0 0 0,-2 0-1,-4 2 218,0-1-1,0 0 0,0 0 0,0 0 0,-13 0 1,9 0-32,-277 18 2674,262-19-2904,-77 2 20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1:26:41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1574 787 18074,'0'31'0,"-2"0"0,-1-1 0,-1 1 0,-2-1 0,0 1 0,-2-1 0,-1-1 0,-1 0 0,-1 0 0,-2-1 0,0 0 0,-2-1 0,-1 0 0,0-1 0,-2-1 0,-1 0 0,0-1 0,-2-1 0,0-1 0,-1 0 0,-1-2 0,-1 0 0,-1-1 0,0-2 0,-1 0 0,-1-2 0,0 0 0,-1-1 0,0-2 0,-1-1 0,0-1 0,-1-1 0,0-1 0,0-1 0,0-2 0,-1-1 0,0-1 0,0-1 0,1-1 0,-1-2 0,0-1 0,0-1 0,1-1 0,-1-1 0,1-2 0,0-1 0,0-1 0,1-1 0,1-1 0,-1-1 0,1-2 0,1-1 0,0 0 0,1-2 0,1 0 0,0-2 0,2-1 0,0 0 0,0-2 0,2 0 0,0-1 0,2-1 0,0-1 0,1 0 0,2-1 0,0-1 0,2 0 0,0-1 0,2 0 0,0-1 0,2 0 0,1 0 0,2-1 0,0-1 0,1 1 0,2-1 0,1 1 0,1-1 0,2 0 0,0 0 0,2 0 0,1 1 0,1-1 0,2 1 0,1-1 0,0 1 0,2 1 0,1 0 0,2 0 0,0 1 0,2 0 0,0 1 0,2 0 0,0 1 0,2 1 0,1 0 0,0 1 0,2 1 0,0 1 0,2 0 0,0 2 0,0 0 0,2 1 0,0 2 0,1 0 0,1 2 0,0 0 0,1 1 0,1 2 0,-1 1 0,1 1 0,1 1 0,0 1 0,0 1 0,1 2 0,-1 1 0,1 1 0,0 1 0,0 1 0,-1 2 0,1 1 0,0 1 0,0 1 0,-1 1 0,0 2 0,0 1 0,0 1 0,-1 1 0,0 1 0,-1 1 0,0 2 0,-1 1 0,0 0 0,-1 2 0,-1 0 0,0 2 0,-1 1 0,-1 0 0,-1 2 0,-1 0 0,0 1 0,-2 1 0,0 1 0,-1 0 0,-2 1 0,0 1 0,-1 0 0,-2 1 0,0 0 0,-2 1 0,-1 0 0,-1 0 0,-1 1 0,-2 1 0,0-1 0,-2 1 0,-1-1 0,-1 1 0,-2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1:26:56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1369 684 18074,'0'27'0,"-2"0"0,-1 0 0,0-1 0,-2 1 0,-1-1 0,-1 0 0,0 0 0,-2-1 0,-1 0 0,-1 0 0,0-1 0,-2-1 0,-1 1 0,0-2 0,-2 0 0,0 0 0,-1-2 0,-1 1 0,0-2 0,-2 0 0,0-2 0,0 0 0,-2 0 0,0-2 0,-1-1 0,0 0 0,0-1 0,-2-2 0,1 0 0,-1-1 0,-1-1 0,1-1 0,-1-2 0,0 0 0,-1-1 0,0-2 0,1 0 0,-1-1 0,0-2 0,0 0 0,0-2 0,1-1 0,-1 0 0,1-2 0,-1-1 0,1 0 0,1-2 0,-1-1 0,1-1 0,1-1 0,0 0 0,0-2 0,1-1 0,0 0 0,1-1 0,1-2 0,0 0 0,1 0 0,0-2 0,2 0 0,0-2 0,1 1 0,1-2 0,0 0 0,2 0 0,0-2 0,2 1 0,0-1 0,1-1 0,1 0 0,2 0 0,0-1 0,1 0 0,1 0 0,1-1 0,2 1 0,0-1 0,2 0 0,0 0 0,2 0 0,0 1 0,2-1 0,0 0 0,2 1 0,1 0 0,1 0 0,1 0 0,0 0 0,2 1 0,1 1 0,1 0 0,0 0 0,2 1 0,0 0 0,2 1 0,0 1 0,1 0 0,1 1 0,0 1 0,2 0 0,0 1 0,1 1 0,0 1 0,1 0 0,1 2 0,0 0 0,1 2 0,0 0 0,0 1 0,1 1 0,1 2 0,-1 0 0,1 1 0,1 1 0,-1 2 0,1 0 0,-1 1 0,1 2 0,0 0 0,0 2 0,0 0 0,-1 2 0,1 1 0,0 0 0,-1 2 0,0 1 0,-1 1 0,1 0 0,-1 2 0,-1 1 0,1 1 0,-2 0 0,0 2 0,0 0 0,-1 2 0,0 0 0,-2 1 0,0 1 0,0 1 0,-2 0 0,0 1 0,-1 1 0,-1 0 0,0 1 0,-2 1 0,0 0 0,-1 1 0,-2 0 0,0 0 0,-1 1 0,-1 1 0,-2 0 0,0 0 0,-1 0 0,-1 0 0,-2 1 0,0 0 0,-1-1 0,-2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1:27:03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1369 684 18074,'-1'27'0,"0"0"0,-2 0 0,-1-1 0,0 1 0,-2-1 0,-1 0 0,-1 0 0,-1-1 0,0 0 0,-2 0 0,-1-1 0,0-1 0,-2 1 0,-1-2 0,0 0 0,-1 0 0,-1-2 0,-1 1 0,-1-2 0,0 0 0,-1-2 0,-1 0 0,0 0 0,-1-2 0,-1-1 0,0 0 0,-1-1 0,0-2 0,-1 0 0,0-1 0,0-1 0,-1-1 0,0-2 0,0 0 0,0-1 0,-1-2 0,0 0 0,1-1 0,-1-2 0,0 0 0,0-2 0,0-1 0,1 0 0,-1-2 0,1-1 0,0 0 0,0-2 0,1-1 0,0-1 0,0-1 0,1 0 0,0-2 0,1-1 0,1 0 0,0-1 0,0-2 0,1 0 0,1 0 0,1-2 0,0 0 0,2-2 0,0 1 0,0-2 0,2 0 0,0 0 0,2-2 0,0 1 0,2-1 0,0-1 0,1 0 0,1 0 0,1-1 0,2 0 0,0 0 0,1-1 0,1 1 0,2-1 0,0 0 0,2 0 0,0 0 0,2 1 0,0-1 0,2 0 0,1 1 0,1 0 0,0 0 0,2 0 0,1 0 0,1 1 0,1 1 0,0 0 0,2 0 0,0 1 0,2 0 0,0 1 0,2 1 0,0 0 0,0 1 0,2 1 0,0 0 0,1 1 0,1 1 0,1 1 0,0 0 0,0 2 0,1 0 0,1 2 0,0 0 0,1 1 0,0 1 0,0 2 0,1 0 0,0 1 0,0 1 0,1 2 0,-1 0 0,1 1 0,0 2 0,0 0 0,0 2 0,-1 0 0,1 2 0,0 1 0,-1 0 0,0 2 0,0 1 0,0 1 0,-1 0 0,0 2 0,0 1 0,-1 1 0,0 0 0,-1 2 0,0 0 0,-1 2 0,-1 0 0,0 1 0,-1 1 0,-1 1 0,0 0 0,-1 1 0,-1 1 0,-1 0 0,-1 1 0,0 1 0,-1 0 0,-2 1 0,0 0 0,-1 0 0,-2 1 0,0 1 0,-1 0 0,-1 0 0,-1 0 0,-2 0 0,0 1 0,-1 0 0,-2-1 0,0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7:44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1272 51 2385 0 0,'0'0'5437'0'0,"0"0"-5236"0"0,0-1-81 0 0,-1 1 60 0 0,0-1 119 0 0,1 1-120 0 0,-1-1 85 0 0,0 0 165 0 0,0 0-152 0 0,-29-37 566 0 0,24 30 1458 0 0,3 9-1322 0 0,3-1-946 0 0,-1 0 1 0 0,0 0 0 0 0,1 0-1 0 0,-1 0 1 0 0,0-1 0 0 0,0 1 0 0 0,1 0-1 0 0,-1 1 1 0 0,0-1 0 0 0,0 0-1 0 0,1 0 1 0 0,-1 0 0 0 0,0 0-1 0 0,1 1 1 0 0,-1-1 0 0 0,0 0 0 0 0,1 0-1 0 0,-1 1 1 0 0,0-1 0 0 0,1 1-1 0 0,-2 0 1 0 0,-30 16 75 0 0,24-12-2 0 0,-3 7 279 0 0,-18 22-284 0 0,-27 36 324 0 0,-92 96-433 0 0,-116 145 46 0 0,-26 137-41 0 0,110-147 22 0 0,144-241 138 0 0,9-13-85 0 0,27-46-159 0 0,-1 1 0 0 0,0 0-1 0 0,1-1 1 0 0,-1 1 0 0 0,0-1 0 0 0,0 0 0 0 0,0 1-1 0 0,0-1 1 0 0,0 0 0 0 0,-1 1 0 0 0,1-1 0 0 0,0 0-1 0 0,-1 0 1 0 0,-1 2 0 0 0,2-4-40 0 0,0 1 0 0 0,1-1 0 0 0,0 1 0 0 0,-1-1 0 0 0,1 0 0 0 0,-1 1 0 0 0,1-1 0 0 0,0 1 0 0 0,-1-1 0 0 0,1 0 0 0 0,0 1 0 0 0,-1-1 0 0 0,1 0 0 0 0,0 0 0 0 0,0 1 0 0 0,0-1 0 0 0,0 0 0 0 0,0 1 0 0 0,0-2 0 0 0,0 0-34 0 0,-1 0 1 0 0,1 0-1 0 0,-1 0 0 0 0,1 0 0 0 0,-1 0 0 0 0,0 0 1 0 0,1 0-1 0 0,-1 0 0 0 0,0 0 0 0 0,-2-2 1 0 0,-11-16-5001 0 0,2-10 5631 0 0,10 23-818 0 0,-1 0 447 0 0,3 6 80 0 0,0 0 0 0 0,0 0-1 0 0,0 0 1 0 0,0 0 0 0 0,-1 0 0 0 0,1 0 0 0 0,0 0 0 0 0,0 0-1 0 0,-1 0 1 0 0,1 0 0 0 0,-1 0 0 0 0,1 0 0 0 0,-1 0-1 0 0,0 0 1 0 0,1 0 0 0 0,-2-1 0 0 0,1 2-67 0 0,1 0 0 0 0,-1 0-1 0 0,0-1 1 0 0,0 1 0 0 0,1 0 0 0 0,-1 0 0 0 0,0 0-1 0 0,0 0 1 0 0,0 0 0 0 0,1 0 0 0 0,-1 0-1 0 0,0 0 1 0 0,0 1 0 0 0,0-1 0 0 0,1 0 0 0 0,-1 0-1 0 0,0 1 1 0 0,1-1 0 0 0,-1 0 0 0 0,0 1 0 0 0,1-1-1 0 0,-1 1 1 0 0,0-1 0 0 0,1 1 0 0 0,-1-1-1 0 0,1 1 1 0 0,-1-1 0 0 0,0 1 0 0 0,1 0 0 0 0,0-1-1 0 0,-1 1 1 0 0,1 0 0 0 0,-1-1 0 0 0,1 1 0 0 0,-1 1-1 0 0,-24 31 112 0 0,19-25 154 0 0,5-7-235 0 0,1 8 3 0 0,-3 40 541 0 0,3 1-162 0 0,0 1 101 0 0,-1-39-561 0 0,0 34 502 0 0,3-16-439 0 0,-2-23 311 0 0,3-4-368 0 0,0 0 1 0 0,0-1 0 0 0,-1 0-1 0 0,1 1 1 0 0,1-1-1 0 0,-1 0 1 0 0,0-1-1 0 0,7 4 1 0 0,0-1-7 0 0,-3 0 45 0 0,4-14 122 0 0,77-78-120 0 0,44-45-215 0 0,-37 50-2999 0 0,-72 63 914 0 0,-2 1-2021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7:45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29 3209 0 0,'0'1'5250'0'0,"-5"-3"-4838"0"0,-1-2-62 0 0,-25-15 200 0 0,23 14 2036 0 0,20 10-1780 0 0,-3-2-765 0 0,-6-2-22 0 0,0 0 1 0 0,0 0-1 0 0,0 0 1 0 0,0 0-1 0 0,0 1 0 0 0,-1-1 1 0 0,1 1-1 0 0,0 0 1 0 0,-1-1-1 0 0,4 5 1 0 0,51 58 572 0 0,-2 2 1 0 0,54 89 0 0 0,-67-94-420 0 0,214 331 33 0 0,-134-222-278 0 0,-86-124 103 0 0,-1 2 0 0 0,-3 0-1 0 0,36 73 1 0 0,-40-52 17 0 0,21 81 0 0 0,-44-126-120 0 0,-5-21 54 0 0,1 0 0 0 0,0 0 1 0 0,-1 0-1 0 0,1 0 0 0 0,1 0 1 0 0,-1 0-1 0 0,0 0 0 0 0,1 0 1 0 0,-1 0-1 0 0,3 3 0 0 0,14 24-20 0 0,-14-22-12 0 0,2 4-224 0 0,15 21 223 0 0,-16-25-30 0 0,0 3-198 0 0,-1-3 256 0 0,-4-5 11 0 0,1 0 1 0 0,0 0 0 0 0,1-1 0 0 0,-1 1-1 0 0,0 0 1 0 0,1-1 0 0 0,0 1-1 0 0,-1-1 1 0 0,5 5 0 0 0,-1 7-1428 0 0,10 19 1068 0 0,-11-25-17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7:46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0 212 1160 0 0,'0'0'14422'0'0,"14"7"-13666"0"0,35 28-209 0 0,-19-15-404 0 0,-22-14 140 0 0,-7-6-144 0 0,10 2 164 0 0,24 7-108 0 0,-26-6 12 0 0,3-4 471 0 0,-4 0-622 0 0,-5 2-2 0 0,-1-1 0 0 0,1 0 0 0 0,-1-1 0 0 0,1 1 0 0 0,0 0 0 0 0,-1-1 0 0 0,1 0 0 0 0,-1 1 0 0 0,1-1 0 0 0,3-2 0 0 0,42-20 471 0 0,-40 20-490 0 0,3-13 165 0 0,4-15-148 0 0,-12 24 43 0 0,-3 1-85 0 0,0 2 36 0 0,0-1 0 0 0,0 1-1 0 0,0 0 1 0 0,1 0 0 0 0,0-1 0 0 0,-1 1-1 0 0,1 0 1 0 0,2-5 0 0 0,4-12-3 0 0,-4 12-71 0 0,6-30-125 0 0,-8 29 56 0 0,-1 7-173 0 0,0-1 0 0 0,0 0-1 0 0,1 1 1 0 0,-1-1 0 0 0,1 0 0 0 0,0 1 0 0 0,0-1-1 0 0,3-6 1 0 0,8-20-1225 0 0,-9 22-1052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7:48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19 244 3033 0 0,'0'0'5853'0'0,"0"0"-5739"0"0,0 0 38 0 0,-1-1-17 0 0,1 1 54 0 0,0-1-60 0 0,-1 1 92 0 0,1-2 645 0 0,-1 20-504 0 0,1-13-332 0 0,0-1 0 0 0,1 1 0 0 0,-1 0 0 0 0,1-1-1 0 0,0 1 1 0 0,0 0 0 0 0,0-1 0 0 0,4 8-1 0 0,11 41-51 0 0,-1-1-10 0 0,-12-42 3 0 0,1 7 19 0 0,-3 3-361 0 0,-1-20 325 0 0,-6-11 35 0 0,-13-23 12 0 0,17 30 7 0 0,0 1 0 0 0,0-1 0 0 0,0 0 0 0 0,0-1 0 0 0,0 1 0 0 0,1 0 0 0 0,0 0 0 0 0,-1-7 0 0 0,0 0 19 0 0,-8-29 211 0 0,6 6-185 0 0,0 6 69 0 0,2 0 0 0 0,0-40 0 0 0,2 58-59 0 0,1 1 0 0 0,0-1-1 0 0,0 1 1 0 0,1 0 0 0 0,0-1-1 0 0,1 1 1 0 0,0 0 0 0 0,0 0 0 0 0,1 0-1 0 0,0 1 1 0 0,11-16 0 0 0,-12 19 52 0 0,-1 3-125 0 0,8-3-9 0 0,23-14-7 0 0,-30 17 38 0 0,-3 2-11 0 0,0 0-1 0 0,0 0 1 0 0,0-1 0 0 0,0 1-1 0 0,0 0 1 0 0,0 0 0 0 0,1 0-1 0 0,-1 0 1 0 0,0 0 0 0 0,0-1-1 0 0,0 1 1 0 0,0 0 0 0 0,0 0-1 0 0,0 0 1 0 0,0 0 0 0 0,0 0-1 0 0,1 0 1 0 0,-1-1 0 0 0,0 1-1 0 0,0 0 1 0 0,0 0 0 0 0,0 0-1 0 0,0 0 1 0 0,1 0 0 0 0,-1 0-1 0 0,0 0 1 0 0,0 0 0 0 0,0 0-1 0 0,0 0 1 0 0,0 0 0 0 0,1 0-1 0 0,-1 0 1 0 0,0 0 0 0 0,0 0-1 0 0,0 0 1 0 0,0 0 0 0 0,1 0-1 0 0,-1 0 1 0 0,0 0 0 0 0,0 0-1 0 0,0 0 1 0 0,0 0 0 0 0,1 0-1 0 0,-1 0 1 0 0,0 0 0 0 0,0 1-1 0 0,0-1 1 0 0,0 0 0 0 0,0 0-1 0 0,0 0 1 0 0,1 0 0 0 0,-1 0-1 0 0,0 0 1 0 0,0 0 0 0 0,0 1-1 0 0,0-1 1 0 0,0 0 0 0 0,0 0-1 0 0,0 0 1 0 0,0 0 0 0 0,0 0-1 0 0,0 1 1 0 0,0-1 0 0 0,4 7 4 0 0,14 25 0 0 0,-15-26 21 0 0,0-1-11 0 0,-3 0-7 0 0,2 4 9 0 0,-1-7-7 0 0,0 1 1 0 0,0 0 0 0 0,-1 0 0 0 0,1-1 0 0 0,-1 1 0 0 0,0 0 0 0 0,0 0-1 0 0,0 0 1 0 0,0 0 0 0 0,0-1 0 0 0,-1 1 0 0 0,0 3 0 0 0,1 3 3 0 0,0-6-5 0 0,0 0 0 0 0,0 0 0 0 0,0 0 0 0 0,-1-1 0 0 0,1 1-1 0 0,-1 0 1 0 0,1 0 0 0 0,-1 0 0 0 0,0-1 0 0 0,-2 5 0 0 0,-22 35 20 0 0,23-37-16 0 0,-1 1 0 0 0,-1-1 0 0 0,1 0 0 0 0,-1 0 0 0 0,0-1-1 0 0,-7 8 1 0 0,2-3 13 0 0,-37 43-323 0 0,38-44 42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7:49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58 1288 0 0,'0'-2'7927'0'0,"-14"-13"-6430"0"0,-18-11-1289 0 0,25 20-26 0 0,5 5 235 0 0,-12 11-327 0 0,-17 20-101 0 0,22-22 35 0 0,8-6 12 0 0,-2 8 5 0 0,-12 31 51 0 0,10-29-66 0 0,5-12-32 0 0,1 10-24 0 0,-1 27-10 0 0,0-27-35 0 0,13 0-34 0 0,21 12 109 0 0,-30-19-24 0 0,-4-2 24 0 0,0-1 1 0 0,0 0-1 0 0,0 0 0 0 0,0 0 0 0 0,0 1 1 0 0,1-1-1 0 0,-1 0 0 0 0,0 0 0 0 0,0 0 0 0 0,0 1 1 0 0,0-1-1 0 0,0 0 0 0 0,1 0 0 0 0,-1 0 1 0 0,0 0-1 0 0,0 0 0 0 0,0 1 0 0 0,1-1 1 0 0,-1 0-1 0 0,0 0 0 0 0,0 0 0 0 0,0 0 0 0 0,1 0 1 0 0,-1 0-1 0 0,0 0 0 0 0,0 0 0 0 0,0 0 1 0 0,1 0-1 0 0,-1 0 0 0 0,0 0 0 0 0,0 0 1 0 0,1 0-1 0 0,-1 0 0 0 0,0 0 0 0 0,0 0 1 0 0,1 0-1 0 0,-1 0 0 0 0,0 0 0 0 0,0 0 0 0 0,0 0 1 0 0,1 0-1 0 0,-1 0 0 0 0,0-1 0 0 0,0 1 1 0 0,0 0-1 0 0,0 0 0 0 0,1 0 0 0 0,-1 0 1 0 0,0 0-1 0 0,0-1 0 0 0,0 1 0 0 0,9-8-25 0 0,22-17-11 0 0,-24 19 9 0 0,-4-5 22 0 0,10-19 2 0 0,-10 23-8 0 0,-4-5-30 0 0,-3-23 36 0 0,3 26 15 0 0,-2-3-80 0 0,-5-5 60 0 0,3 8 23 0 0,2 9 70 0 0,-3 43-121 0 0,9-34-12 0 0,10 25 49 0 0,-9-24 8 0 0,-7-13 20 0 0,27 46 0 0 0,-19-32-123 0 0,0-7 133 0 0,3-1-23 0 0,23 12 2 0 0,-23-12-43 0 0,1-15 349 0 0,11-19-300 0 0,-16 26 6 0 0,-2 0 75 0 0,1-6 96 0 0,10-24-124 0 0,7-14-9 0 0,-17 42-102 0 0,8-5 39 0 0,18-19-40 0 0,-22 23 54 0 0,1 18 16 0 0,8 23-50 0 0,1 8 78 0 0,-14-29-61 0 0,-2-8 4 0 0,1-1-1 0 0,-1 1 0 0 0,0-1 0 0 0,1 0 0 0 0,0 0 1 0 0,0 1-1 0 0,0-1 0 0 0,0 0 0 0 0,0 0 1 0 0,1-1-1 0 0,3 5 0 0 0,2 0 2 0 0,-2 1 61 0 0,-4-9-78 0 0,1 0 0 0 0,-1 1 0 0 0,1-1 0 0 0,0 1 1 0 0,-1 0-1 0 0,1 0 0 0 0,0 0 0 0 0,-1 0 0 0 0,5 1 1 0 0,14 1-22 0 0,-9-15 4 0 0,14-20 22 0 0,-20 25 8 0 0,-5 5 27 0 0,0 7 5 0 0,-9-49 6 0 0,7 37-104 0 0,-3 8 0 0 0,3-1 65 0 0,0 1 0 0 0,1 0-1 0 0,-1 0 1 0 0,1 0 0 0 0,-1 0-1 0 0,1 0 1 0 0,-1 0 0 0 0,0 0-1 0 0,1 1 1 0 0,-1-1 0 0 0,1 0 0 0 0,-1 0-1 0 0,1 0 1 0 0,-1 0 0 0 0,1 1-1 0 0,-1-1 1 0 0,1 0 0 0 0,-1 1 0 0 0,1-1-1 0 0,-1 0 1 0 0,1 1 0 0 0,-1-1-1 0 0,1 1 1 0 0,0-1 0 0 0,-1 0-1 0 0,1 1 1 0 0,0-1 0 0 0,-1 1 0 0 0,1-1-1 0 0,0 1 1 0 0,-1-1 0 0 0,1 1-1 0 0,0 0 1 0 0,0-1 0 0 0,0 1 0 0 0,0-1-1 0 0,0 2 1 0 0,-18 29 27 0 0,14-23-31 0 0,9 2-72 0 0,0 0 21 0 0,-4-6 37 0 0,1-1 1 0 0,0 0 0 0 0,-1 1 0 0 0,1-1 0 0 0,1 0-1 0 0,-1 0 1 0 0,0 0 0 0 0,1-1 0 0 0,-1 1 0 0 0,1-1-1 0 0,5 4 1 0 0,-1 3 17 0 0,-5-6-14 0 0,1 0 0 0 0,-1 0 0 0 0,1-1 0 0 0,-1 1 1 0 0,1-1-1 0 0,0 1 0 0 0,0-1 0 0 0,0 0 0 0 0,5 3 0 0 0,-7-5-15 0 0,5 0-189 0 0,8-12 311 0 0,-14 12-93 0 0,30-30 93 0 0,-22 23 37 0 0,-7 4-48 0 0,-2-7-26 0 0,5-44 40 0 0,-3 23-110 0 0,0 24 106 0 0,0 19-27 0 0,3 21-76 0 0,-3-25 18 0 0,2 3-44 0 0,9 25 51 0 0,-10-27-4 0 0,15 3 118 0 0,-6-20-38 0 0,19-15-78 0 0,-20 12-17 0 0,-2 5-15 0 0,2 19-12 0 0,8 19-41 0 0,-14-24 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7:50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34 186 1616 0 0,'-14'-51'2187'0'0,"10"41"-1542"0"0,1 0 0 0 0,0 0-1 0 0,0 0 1 0 0,1 0 0 0 0,1-1-1 0 0,0 1 1 0 0,0-12 0 0 0,0 13-464 0 0,1 6 29 0 0,0-1 0 0 0,-1 1 0 0 0,1 0 0 0 0,1-1 0 0 0,-1 1 0 0 0,0-1 0 0 0,2-4 0 0 0,13 15 1377 0 0,19 20-1465 0 0,-29-23-25 0 0,0 1 11 0 0,-2 2-77 0 0,14 24 53 0 0,-14-26-50 0 0,-1-1 1 0 0,1 0-1 0 0,-1 1 1 0 0,0 0-1 0 0,0 0 1 0 0,-1 0-1 0 0,2 7 1 0 0,0 0-2 0 0,9 32 67 0 0,-11-33-86 0 0,5 13 276 0 0,-2 9 349 0 0,-4-18 1084 0 0,0-15-1550 0 0,2-10-257 0 0,4-25-105 0 0,-4 27-237 0 0,-1 5 129 0 0,8-4-172 0 0,-1-2 133 0 0,7-6-50 0 0,9-3-2642 0 0,14-9 810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7:55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173 112 5593 0 0,'2'-10'3148'0'0,"3"2"-2803"0"0,-1 1-428 0 0,-1-2 466 0 0,-2-5 795 0 0,0 1 238 0 0,0-28-1175 0 0,-1 34-141 0 0,0 4 50 0 0,-3 4-95 0 0,0-1 0 0 0,0 0 0 0 0,0 1 0 0 0,-1 0 0 0 0,1 0 0 0 0,0 0 0 0 0,1 0 1 0 0,-1 0-1 0 0,0 0 0 0 0,0 1 0 0 0,0-1 0 0 0,1 1 0 0 0,-1 0 0 0 0,1 0 0 0 0,-1 0 0 0 0,1 0 1 0 0,0 0-1 0 0,0 1 0 0 0,0-1 0 0 0,-3 5 0 0 0,-4 7-132 0 0,1 1-1 0 0,1 0 1 0 0,-6 15-1 0 0,4-9 190 0 0,-11 21-82 0 0,-23 59-112 0 0,39-88 47 0 0,0-1 1 0 0,0 1 0 0 0,1 0 0 0 0,1 0-1 0 0,-2 23 1 0 0,4-32-300 0 0,0-4 322 0 0,0 1 0 0 0,0-1-1 0 0,0 0 1 0 0,0 0 0 0 0,0 1 0 0 0,0-1 0 0 0,0 0-1 0 0,0 1 1 0 0,0-1 0 0 0,0 0 0 0 0,0 0 0 0 0,1 1-1 0 0,-1-1 1 0 0,0 0 0 0 0,0 0 0 0 0,0 1 0 0 0,0-1 0 0 0,1 0-1 0 0,-1 0 1 0 0,0 0 0 0 0,0 1 0 0 0,1-1 0 0 0,-1 0-1 0 0,0 0 1 0 0,0 0 0 0 0,1 0 0 0 0,-1 0 0 0 0,0 1-1 0 0,0-1 1 0 0,1 0 0 0 0,-1 0 0 0 0,0 0 0 0 0,1 0 0 0 0,-1 0-1 0 0,0 0 1 0 0,0 0 0 0 0,1 0 0 0 0,-1 0 0 0 0,1 0-1 0 0,2 1-28 0 0,31 16-79 0 0,-27-13-6 0 0,-2-4 4 0 0,3-6 69 0 0,84-56 36 0 0,-37 22 135 0 0,-47 34-7 0 0,-7 6 119 0 0,-1 0-213 0 0,1 0 0 0 0,-1 0 0 0 0,0 0 0 0 0,1 0 0 0 0,-1 0 0 0 0,1 0 0 0 0,-1 0-1 0 0,0 0 1 0 0,1 0 0 0 0,-1 0 0 0 0,0 0 0 0 0,1 0 0 0 0,-1 0 0 0 0,0 0 0 0 0,1 0 0 0 0,-1 1 0 0 0,0-1 0 0 0,1 0 0 0 0,-1 0 0 0 0,0 0 0 0 0,0 1 0 0 0,1-1-1 0 0,-1 0 1 0 0,0 0 0 0 0,0 0 0 0 0,1 1 0 0 0,-1-1 0 0 0,0 0 0 0 0,0 1 0 0 0,1-1 0 0 0,-1 0 0 0 0,0 1 0 0 0,0-1 0 0 0,0 0 0 0 0,0 1 0 0 0,0-1 0 0 0,0 0-1 0 0,0 1 1 0 0,1-1 0 0 0,-1 0 0 0 0,0 1 0 0 0,0-1 0 0 0,0 0 0 0 0,0 1 0 0 0,-1-1 0 0 0,1 0 0 0 0,0 1 0 0 0,4 7 16 0 0,-3-5-19 0 0,0-1 0 0 0,1 1 0 0 0,-1-1 0 0 0,0 1 0 0 0,-1 0 0 0 0,1 0 0 0 0,0-1 0 0 0,-1 1 0 0 0,0 0 0 0 0,1 3 0 0 0,-7 27-19 0 0,3-24-1 0 0,2-1-18 0 0,2-5-105 0 0,-1 1 0 0 0,1-1 0 0 0,-1 0 0 0 0,0 1 0 0 0,1 0 0 0 0,-1-1 0 0 0,-1 7 0 0 0,0 0-87 0 0,1-2-693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7:56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65 4569 0 0,'0'0'3454'0'0,"-1"10"-2182"0"0,-1-1-1162 0 0,2-5-61 0 0,-1 0-1 0 0,0 0 1 0 0,1 0-1 0 0,0 0 1 0 0,0 0-1 0 0,0 0 1 0 0,1 0 0 0 0,0 4-1 0 0,4 44 266 0 0,-1-43-265 0 0,1-1-33 0 0,-4-6-8 0 0,1 1 0 0 0,-1 0-1 0 0,1-1 1 0 0,-1 1 0 0 0,0 0 0 0 0,0 0 0 0 0,0 0 0 0 0,0 0 0 0 0,0 4 0 0 0,12-5 228 0 0,-3 0-237 0 0,21 3-121 0 0,-21-11 17 0 0,20-14 83 0 0,-22 14 42 0 0,-7 6-24 0 0,5-10-40 0 0,15-22 40 0 0,-15 24-13 0 0,-5 7 19 0 0,0-8 1 0 0,33-75 115 0 0,-30 76 155 0 0,1 20-26 0 0,12 23-193 0 0,-13-28-2 0 0,-2-1-8 0 0,-1 2-25 0 0,5 22 12 0 0,-2 1 1 0 0,-2 1-1 0 0,0-1 0 0 0,-2 0 1 0 0,-2 0-1 0 0,-1 0 0 0 0,-10 48 1 0 0,8-56-45 0 0,-1 0-1 0 0,-1 0 1 0 0,-1-1 0 0 0,-2 0 0 0 0,0 0-1 0 0,-1-1 1 0 0,-1-1 0 0 0,-1 0 0 0 0,0 0 0 0 0,-23 24-1 0 0,33-42 4 0 0,-3 3 338 0 0,-3-15-39 0 0,-8-20-278 0 0,16 29 0 0 0,1 1-8 0 0,0 0-1 0 0,-1 0 1 0 0,1 0 0 0 0,0 0-1 0 0,-1-1 1 0 0,1 1 0 0 0,0 0-1 0 0,0 0 1 0 0,0-1 0 0 0,-1 1-1 0 0,1 0 1 0 0,0 0 0 0 0,0-1-1 0 0,0 1 1 0 0,0 0 0 0 0,-1 0-1 0 0,1-1 1 0 0,0 1 0 0 0,0 0-1 0 0,0-1 1 0 0,0 1 0 0 0,0 0-1 0 0,0-1 1 0 0,0 1 0 0 0,0 0-1 0 0,0 0 1 0 0,0-1-1 0 0,0 1 1 0 0,0 0 0 0 0,0-1-1 0 0,0 1 1 0 0,0 0 0 0 0,0-1-1 0 0,1 1 1 0 0,-1 0 0 0 0,0 0-1 0 0,0-1 1 0 0,0 1 0 0 0,4-5 22 0 0,1-5 11 0 0,-3 5 3 0 0,0 0 0 0 0,1 0 0 0 0,0 0 0 0 0,0 1 0 0 0,0-1 0 0 0,8-6 0 0 0,116-131 294 0 0,-53 62 364 0 0,78-107-1 0 0,-146 178-644 0 0,-1 2-2 0 0,1 0-1 0 0,-1-1 1 0 0,-1 0 0 0 0,0 0 0 0 0,0 0 0 0 0,0 0-1 0 0,-1-1 1 0 0,0 1 0 0 0,-1-1 0 0 0,0 0 0 0 0,2-12-1 0 0,-1-10-33 0 0,-2 23 27 0 0,-1 7 7 0 0,0-3-15 0 0,-11 2-84 0 0,-19 3 14 0 0,25-1-5 0 0,1 2 12 0 0,-2 7 26 0 0,-48 80-149 0 0,51-84 148 0 0,1 0 0 0 0,-1 1 0 0 0,1-1 0 0 0,0 0 0 0 0,1 1 0 0 0,-1-1 0 0 0,1 1 0 0 0,-1 6 0 0 0,0 3-10 0 0,0-7 22 0 0,1 0-1 0 0,-1 0 1 0 0,2 0-1 0 0,-1-1 1 0 0,1 1-1 0 0,1 0 1 0 0,-1 0 0 0 0,1 0-1 0 0,1 0 1 0 0,-1 0-1 0 0,4 8 1 0 0,-5-12-60 0 0,2-2 9 0 0,8 3 32 0 0,24 17 41 0 0,-25-16 77 0 0,-7-5-78 0 0,7-4-18 0 0,36-2-80 0 0,-34-1-65 0 0,22-15 81 0 0,-24 16 57 0 0,-8 4-10 0 0,6-10-10 0 0,21-24-19 0 0,17-22 32 0 0,-41 52-1 0 0,0-1 0 0 0,1 1 0 0 0,-1 0 1 0 0,1 1-1 0 0,0-1 0 0 0,10-7 0 0 0,-4 4-7 0 0,-2 0 8 0 0,-7 7 7 0 0,8 0 4 0 0,-3-3-18 0 0,-5 3 6 0 0,0-1 0 0 0,0 1 0 0 0,1 0 0 0 0,-1 0 0 0 0,1 0 0 0 0,-1 0 0 0 0,1 0 0 0 0,-1 1 0 0 0,1-1 0 0 0,-1 1-1 0 0,4-1 1 0 0,-5 1 22 0 0,7 12 250 0 0,9 22-170 0 0,-13-25 48 0 0,-3-6-55 0 0,-6 5-24 0 0,-13 30-7 0 0,16-33-61 0 0,0 0 0 0 0,0-1 0 0 0,0 1 0 0 0,-1-1 0 0 0,0 1 0 0 0,0-1-1 0 0,-7 8 1 0 0,2-3-72 0 0,-8 12-2451 0 0,-20 28-546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7:57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59 8690 0 0,'2'-11'995'0'0,"9"-23"-487"0"0,-8 25 633 0 0,-2 4-580 0 0,-8 13 343 0 0,-13 26-826 0 0,8-14-15 0 0,2 1 0 0 0,1 1 0 0 0,0-1 0 0 0,-8 36 0 0 0,12-40-20 0 0,4-13-23 0 0,0-2-11 0 0,0 0 0 0 0,0 0 0 0 0,1 1 1 0 0,-1-1-1 0 0,1 0 0 0 0,-1 1 0 0 0,1-1 0 0 0,0 1 0 0 0,0-1 0 0 0,0 0 1 0 0,0 1-1 0 0,0-1 0 0 0,0 1 0 0 0,2 4 0 0 0,8-1 10 0 0,26 17 1 0 0,-30-19-17 0 0,0-3-1 0 0,0-6 4 0 0,24-15 24 0 0,21-12 292 0 0,-43 27 364 0 0,-3 6-271 0 0,4 11-383 0 0,8 26 19 0 0,-13-32-14 0 0,-3 0 1 0 0,-2-1-20 0 0,-4 44-266 0 0,2-38 93 0 0,0 7 122 0 0,4 9-3040 0 0,2 3 1621 0 0,-3-23-528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7:57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8 119 3241 0 0,'0'0'605'0'0,"0"13"1817"0"0,-3 24 2059 0 0,-2-77-3413 0 0,11 29-404 0 0,12-23-456 0 0,-15 28-107 0 0,0 0-1 0 0,1 1 0 0 0,-1-1 1 0 0,1 1-1 0 0,0-1 0 0 0,6-5 0 0 0,-1 1-59 0 0,-3 2 154 0 0,-4 8-173 0 0,-1 1-1 0 0,1-1 1 0 0,0 1-1 0 0,0-1 1 0 0,-1 1 0 0 0,1 0-1 0 0,-1 0 1 0 0,1-1 0 0 0,-1 1-1 0 0,1 0 1 0 0,-1 0 0 0 0,0 1-1 0 0,1-1 1 0 0,-1 0 0 0 0,0 0-1 0 0,0 1 1 0 0,0-1 0 0 0,0 1-1 0 0,0-1 1 0 0,0 1-1 0 0,0-1 1 0 0,0 1 0 0 0,0-1-1 0 0,-1 1 1 0 0,1 2 0 0 0,2 2 31 0 0,2 2-12 0 0,-4-6-7 0 0,-3 6 3 0 0,0 5-24 0 0,-1 31 23 0 0,3-44-4 0 0,11-5 70 0 0,-1 1-89 0 0,-7 3-15 0 0,0 0 1 0 0,1-1 0 0 0,-1 0-1 0 0,0 0 1 0 0,0 0 0 0 0,0 0 0 0 0,0 0-1 0 0,0-1 1 0 0,0 1 0 0 0,-1-1-1 0 0,4-4 1 0 0,46-47 205 0 0,-25 24-155 0 0,-20 23 12 0 0,-7 6-51 0 0,1 1 0 0 0,-1 0 0 0 0,0 0 0 0 0,0-1 0 0 0,1 1 0 0 0,-1 0 0 0 0,0 0 0 0 0,1-1 0 0 0,-1 1 1 0 0,0 0-1 0 0,1 0 0 0 0,-1 0 0 0 0,0 0 0 0 0,1-1 0 0 0,-1 1 0 0 0,0 0 0 0 0,1 0 0 0 0,-1 0 0 0 0,0 0 1 0 0,1 0-1 0 0,-1 0 0 0 0,0 0 0 0 0,1 0 0 0 0,-1 0 0 0 0,1 0 0 0 0,-1 0 0 0 0,0 0 0 0 0,1 0 1 0 0,-1 0-1 0 0,0 1 0 0 0,1-1 0 0 0,-1 0 0 0 0,0 0 0 0 0,1 0 0 0 0,-1 0 0 0 0,0 1 0 0 0,1-1 0 0 0,-1 0 1 0 0,0 0-1 0 0,0 1 0 0 0,1-1 0 0 0,-1 0 0 0 0,0 0 0 0 0,0 1 0 0 0,0-1 0 0 0,1 0 0 0 0,-1 1 1 0 0,0-1-1 0 0,0 0 0 0 0,0 1 0 0 0,0-1 0 0 0,0 0 0 0 0,0 1 0 0 0,1-1 0 0 0,-1 1 0 0 0,0-1 0 0 0,0 0 1 0 0,0 1-1 0 0,4 8-10 0 0,-2-6-2 0 0,-1 0-1 0 0,1 0 1 0 0,-1 0-1 0 0,0 1 1 0 0,0-1-1 0 0,0 0 1 0 0,-1 1-1 0 0,1-1 1 0 0,-1 0-1 0 0,1 6 1 0 0,-2-1-28 0 0,1-5-5 0 0,-1 0-1 0 0,1-1 1 0 0,0 1-1 0 0,0-1 1 0 0,0 1-1 0 0,1-1 0 0 0,-1 1 1 0 0,1-1-1 0 0,-1 1 1 0 0,1-1-1 0 0,0 0 1 0 0,0 1-1 0 0,0-1 1 0 0,1 3-1 0 0,12 28-305 0 0,-10-25-179 0 0,7 0-2508 0 0,22 13 1967 0 0,-25-15-205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7:58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66 1096 0 0,'0'0'6374'0'0,"-3"0"-4377"0"0,-7 12-1581 0 0,-8 19-337 0 0,13-23-26 0 0,5-6 124 0 0,1-1-109 0 0,9 9 16 0 0,17 20 72 0 0,-20-23-20 0 0,5-10 436 0 0,21-10-451 0 0,-25 10 34 0 0,-5 0-39 0 0,-1 0 1 0 0,1 0-1 0 0,-1 0 1 0 0,0 0 0 0 0,0 0-1 0 0,0 0 1 0 0,-1 0-1 0 0,3-7 1 0 0,1 1 21 0 0,0 1 372 0 0,-5 5-290 0 0,-2-4-26 0 0,1-2-100 0 0,1 6-3 0 0,0 0-1 0 0,-1 0 0 0 0,1 0 1 0 0,-1 0-1 0 0,0 0 1 0 0,1 1-1 0 0,-1-1 1 0 0,-3-5-1 0 0,-8-2 874 0 0,-24-18-748 0 0,28 21 17 0 0,5 6-178 0 0,-5 3-24 0 0,-34 1-122 0 0,31 7-2849 0 0,-28 27 427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06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51 4481 0 0,'0'0'613'0'0,"0"-5"3158"0"0,0 2-2092 0 0,-9-5-1267 0 0,-3-2-260 0 0,-8-6 68 0 0,20 16-220 0 0,-7-7 489 0 0,4 6-293 0 0,-5 2-24 0 0,-34 0 318 0 0,34 3-236 0 0,-22 9-32 0 0,-31 14 370 0 0,49-22-449 0 0,11-5-123 0 0,-7 8 13 0 0,-37 31-29 0 0,42-36-14 0 0,0 1-1 0 0,0-1 1 0 0,0 1 0 0 0,0 0-1 0 0,1 0 1 0 0,-5 7-1 0 0,2 0-11 0 0,-1-3-39 0 0,6-6 91 0 0,12 4-12 0 0,20 8-21 0 0,-23-10 33 0 0,-8-4-21 0 0,7-1 12 0 0,32 0-25 0 0,-40 1 4 0 0,0 0 0 0 0,0 0 0 0 0,0 0 0 0 0,0 0 0 0 0,0 0 0 0 0,0 0 0 0 0,0 0-1 0 0,0 0 1 0 0,0-1 0 0 0,-1 1 0 0 0,1 0 0 0 0,0 0 0 0 0,0 0 0 0 0,0 0 0 0 0,0 0 0 0 0,0 0-1 0 0,0 0 1 0 0,0 0 0 0 0,0 0 0 0 0,0 0 0 0 0,0 0 0 0 0,0 0 0 0 0,0 0 0 0 0,0 0 0 0 0,0 0-1 0 0,0 0 1 0 0,0 0 0 0 0,0-1 0 0 0,0 1 0 0 0,0 0 0 0 0,0 0 0 0 0,0 0 0 0 0,0 0 0 0 0,0 0 0 0 0,0 0-1 0 0,0 0 1 0 0,0 0 0 0 0,0 0 0 0 0,0 0 0 0 0,0 0 0 0 0,0 0 0 0 0,0 0 0 0 0,0-1 0 0 0,42 20-13 0 0,-32-15-8 0 0,-9-4 21 0 0,8 12 16 0 0,20 23 24 0 0,-22-27 32 0 0,-6-5-25 0 0,-3 5 3 0 0,-2 35 262 0 0,0-33-201 0 0,-14 27-15 0 0,16-31-16 0 0,-1-1-1 0 0,0 1 1 0 0,0 0 0 0 0,0-1 0 0 0,-9 10 0 0 0,5-5-27 0 0,1 0 138 0 0,5-10-171 0 0,-8 6 24 0 0,-21 18 32 0 0,13-9-2933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06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8018 0 0,'0'0'3909'0'0,"12"-2"-4096"0"0,39-10-723 0 0,-42 10 656 0 0,7-2 30 0 0,0 3-3076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06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4273 0 0,'0'0'6137'0'0,"1"0"-5481"0"0,0-1-568 0 0,53-28-104 0 0,-53 29-128 0 0,48-26-152 0 0,-4 1-3064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06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2 208 8570 0 0,'-1'1'2505'0'0,"14"-15"-1589"0"0,41-40 461 0 0,-43 45-1264 0 0,-6 5 8 0 0,1 0 1 0 0,-1-1-1 0 0,0 1 1 0 0,0-1-1 0 0,7-11 1 0 0,17-19 35 0 0,11-15 643 0 0,-34 42 770 0 0,-4 19-1170 0 0,1 0-370 0 0,-2-7-5 0 0,0 0 0 0 0,0 0 0 0 0,0 0 0 0 0,0 0 0 0 0,-1 0 0 0 0,1 1 0 0 0,-1-1 0 0 0,0 0 0 0 0,-1 6 0 0 0,-1 140 200 0 0,2-84-4425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08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14 6081 0 0,'0'1'3722'0'0,"-5"-2"-3596"0"0,-2-1-2 0 0,-31-6 93 0 0,31 6-11 0 0,3 1-45 0 0,3 1-108 0 0,-7 3 53 0 0,0-3-58 0 0,5 0-23 0 0,0 0 1 0 0,0 0 0 0 0,1 1-1 0 0,-1-1 1 0 0,0 1-1 0 0,1-1 1 0 0,-1 1 0 0 0,1 0-1 0 0,-1 0 1 0 0,1 0 0 0 0,-1 1-1 0 0,1-1 1 0 0,-4 3-1 0 0,-26 15 154 0 0,-16 8 533 0 0,41-22-540 0 0,-1 6 116 0 0,-10 21-302 0 0,14-24 108 0 0,47 10 13 0 0,-34-14-40 0 0,-8-4-62 0 0,9-1-25 0 0,32 2-9 0 0,-32 5 18 0 0,21 13 11 0 0,-23-14 27 0 0,-8 7 173 0 0,1 31-115 0 0,-11-31 122 0 0,1 1-174 0 0,4-6 37 0 0,-1 0 0 0 0,0 1-1 0 0,-1-2 1 0 0,-10 10-1 0 0,-34 32 169 0 0,4-6 68 0 0,17-19-230 0 0,17-13-181 0 0,6-3-4323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08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10458 0 0,'0'-1'6417'0'0,"13"-12"-6566"0"0,24-16 53 0 0,-28 21-93 0 0,-8 7 82 0 0,9-1-258 0 0,28-11-190 0 0,-35 11 240 0 0,0 1-1 0 0,1 0 1 0 0,-1 0 0 0 0,1 0 0 0 0,0 0 0 0 0,-1 0-1 0 0,1 1 1 0 0,0-1 0 0 0,-1 1 0 0 0,6 0-1 0 0,1 0-205 0 0,-2-1-1090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08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8698 0 0,'0'0'3233'0'0,"1"0"-2985"0"0,0 0-184 0 0,48-19-16 0 0,-48 19-176 0 0,0 0-48 0 0,49-23-313 0 0,3 0-3992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09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46 4377 0 0,'0'0'703'0'0,"-8"12"2189"0"0,-16 20-2198 0 0,17-24 203 0 0,7-7-652 0 0,-3 8 24 0 0,-10 26 84 0 0,12-32-279 0 0,0-1 0 0 0,0 0 0 0 0,0 1 0 0 0,0-1 0 0 0,0 1 0 0 0,1-1 0 0 0,-1 1-1 0 0,1-1 1 0 0,0 1 0 0 0,0 0 0 0 0,0-1 0 0 0,0 1 0 0 0,0-1 0 0 0,1 4 0 0 0,0 2 51 0 0,-2-1 194 0 0,6 4 1050 0 0,0-4-1271 0 0,-3-4-60 0 0,0-1-1 0 0,0 0 1 0 0,-1 1 0 0 0,1 0 0 0 0,-1-1 0 0 0,1 1 0 0 0,-1 0 0 0 0,0-1-1 0 0,1 6 1 0 0,9-6 322 0 0,-2 2-327 0 0,-6-2-23 0 0,0-1 0 0 0,0 0 0 0 0,0 0-1 0 0,0 0 1 0 0,0 0 0 0 0,0 0 0 0 0,0 0 0 0 0,0-1-1 0 0,6 1 1 0 0,7-2 35 0 0,0-1-1 0 0,0-1 1 0 0,22-5 0 0 0,-9 1 55 0 0,-2-4-76 0 0,7-11 24 0 0,-25 14-43 0 0,0 3-5 0 0,-7 3 24 0 0,2-7 24 0 0,19-23 38 0 0,-19 26 28 0 0,-1 1-5 0 0,-3-1-47 0 0,2-3 16 0 0,3-22 488 0 0,-5 27-414 0 0,0 0 0 0 0,0 0 0 0 0,-1 0 1 0 0,0 0-1 0 0,0 0 0 0 0,0 0 0 0 0,0 0 0 0 0,0 0 0 0 0,-1 0 1 0 0,-4-7-1 0 0,-6 2 529 0 0,-28-19-399 0 0,31 21-162 0 0,6 6-16 0 0,-7 2-19 0 0,-84 5 158 0 0,83-5-532 0 0,0 0 0 0 0,0 1 1 0 0,0 1-1 0 0,0 0 1 0 0,1 0-1 0 0,0 1 1 0 0,-16 8-1 0 0,24-10-802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11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107 119 3169 0 0,'-1'-22'1676'0'0,"1"3"-1444"0"0,6-6 2906 0 0,-5 19-2982 0 0,4-10 107 0 0,-3 7-116 0 0,-1 5 31 0 0,-1 2-74 0 0,0 0 50 0 0,0 0 91 0 0,-2 1 89 0 0,1 0-47 0 0,1-1-124 0 0,-1 2-117 0 0,1-1-1 0 0,0 1 0 0 0,-1-1 1 0 0,1 1-1 0 0,0-1 0 0 0,-1 1 1 0 0,1-1-1 0 0,-1 1 1 0 0,1 0-1 0 0,0-1 0 0 0,-1 1 1 0 0,1 0-1 0 0,-1-1 1 0 0,1 1-1 0 0,-1 0 0 0 0,1-1 1 0 0,-1 1-1 0 0,0 0 0 0 0,1 0 1 0 0,-1 0-1 0 0,1 0 1 0 0,-1-1-1 0 0,0 1 0 0 0,1 0 1 0 0,-1 0-1 0 0,1 0 0 0 0,-1 0 1 0 0,0 0-1 0 0,1 1 1 0 0,-1-1-1 0 0,1 0 0 0 0,-1 0 1 0 0,1 0-1 0 0,-2 1 1 0 0,-30 2 71 0 0,31-3-113 0 0,1 0 0 0 0,0 0-1 0 0,-1 0 1 0 0,1 0 0 0 0,0 0 0 0 0,-1 0 0 0 0,1 0 0 0 0,0 0 0 0 0,-1 0 0 0 0,1 0-1 0 0,0 0 1 0 0,-1 0 0 0 0,1 0 0 0 0,0 0 0 0 0,-1 0 0 0 0,1 1 0 0 0,0-1-1 0 0,-1 0 1 0 0,1 0 0 0 0,0 0 0 0 0,-1 1 0 0 0,1-1 0 0 0,0 0 0 0 0,0 0-1 0 0,-1 1 1 0 0,1-1 0 0 0,0 0 0 0 0,0 0 0 0 0,0 1 0 0 0,-1-1 0 0 0,1 0 0 0 0,0 1-1 0 0,0-1 1 0 0,0 0 0 0 0,0 1 0 0 0,0-1 0 0 0,0 0 0 0 0,-1 1 0 0 0,-13 43 85 0 0,1 0 0 0 0,3 1 1 0 0,-7 55-1 0 0,17-98-87 0 0,-1 0 0 0 0,1 0-1 0 0,0-1 1 0 0,0 1 0 0 0,0 0 0 0 0,0 0 0 0 0,0 0 0 0 0,0 0-1 0 0,0-1 1 0 0,1 1 0 0 0,-1 0 0 0 0,1 0 0 0 0,-1 0 0 0 0,1-1-1 0 0,1 3 1 0 0,-1-2-8 0 0,0-1 0 0 0,-1 1 1 0 0,1 0-1 0 0,0 0 0 0 0,-1 0 0 0 0,1-1 0 0 0,-1 1 0 0 0,0 0 0 0 0,1 0 0 0 0,-1 0 1 0 0,0 2-1 0 0,11-2 8 0 0,-3 0-10 0 0,22 4-32 0 0,-20-12 31 0 0,20-14 33 0 0,-25 17 13 0 0,0 0 0 0 0,0-1-1 0 0,-1 1 1 0 0,1-1 0 0 0,-1 0 0 0 0,0 0-1 0 0,5-6 1 0 0,-1 0 16 0 0,0 3 105 0 0,-3 1 1058 0 0,-4 6-1195 0 0,-1-1 0 0 0,0 1 0 0 0,1 0-1 0 0,-1 0 1 0 0,0 1 0 0 0,1-1-1 0 0,-1 0 1 0 0,1 0 0 0 0,-1 0 0 0 0,0 0-1 0 0,1 0 1 0 0,-1 0 0 0 0,0 0 0 0 0,1 0-1 0 0,-1 1 1 0 0,0-1 0 0 0,1 0-1 0 0,-1 0 1 0 0,0 1 0 0 0,0-1 0 0 0,1 0-1 0 0,-1 0 1 0 0,0 1 0 0 0,0-1-1 0 0,1 0 1 0 0,-1 1 0 0 0,0-1 0 0 0,0 0-1 0 0,0 1 1 0 0,1-1 0 0 0,-1 0 0 0 0,0 1-1 0 0,0-1 1 0 0,0 0 0 0 0,0 1-1 0 0,0-1 1 0 0,0 0 0 0 0,0 1 0 0 0,0-1-1 0 0,0 1 1 0 0,0-1 0 0 0,0 1 0 0 0,3 10-15 0 0,-1-1 0 0 0,-1 1 0 0 0,0 0 0 0 0,0 0 0 0 0,-1 0 0 0 0,-2 19 0 0 0,-3 71-1783 0 0,9-93 620 0 0,1 1 662 0 0,7 21-2388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13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56 154 2921 0 0,'1'0'5313'0'0,"-5"-1"-4941"0"0,-2 0-328 0 0,-3-2 126 0 0,-5-1-10 0 0,-1 3 1226 0 0,16 11-370 0 0,1 0-915 0 0,-1-5-31 0 0,0-1-1 0 0,-1 0 0 0 0,1 1 1 0 0,-1-1-1 0 0,0 1 1 0 0,0-1-1 0 0,-1 7 1 0 0,-3 39 1138 0 0,3-53-1171 0 0,0 0 1 0 0,0 0-1 0 0,0 1 0 0 0,0-1 1 0 0,1 0-1 0 0,-1 0 0 0 0,1 0 1 0 0,0 0-1 0 0,-1 0 0 0 0,2-3 1 0 0,-2-3 20 0 0,-1-1 238 0 0,2 10-249 0 0,3-9 26 0 0,-1-2-39 0 0,-2 7-6 0 0,1 0 1 0 0,0 0-1 0 0,0-1 1 0 0,0 1-1 0 0,1 0 1 0 0,-1 0-1 0 0,5-8 1 0 0,-2 3 8 0 0,17-29 247 0 0,5-5-139 0 0,-28 46-149 0 0,11-11 25 0 0,18-24 57 0 0,-20 24-16 0 0,-7 8-5 0 0,4-6 236 0 0,-3 7-284 0 0,-1-1-1 0 0,0 0 1 0 0,1 0-1 0 0,-1 0 1 0 0,1 0-1 0 0,-1 1 1 0 0,0-1-1 0 0,1 0 1 0 0,-1 0-1 0 0,0 0 1 0 0,0 1-1 0 0,1-1 1 0 0,-1 0-1 0 0,0 1 1 0 0,0-1-1 0 0,1 0 1 0 0,-1 1-1 0 0,0-1 1 0 0,0 0-1 0 0,0 1 0 0 0,1-1 1 0 0,-1 0-1 0 0,0 1 1 0 0,0-1-1 0 0,0 1 1 0 0,0-1-1 0 0,0 0 1 0 0,0 1-1 0 0,0-1 1 0 0,0 1-1 0 0,0-1 1 0 0,0 1-1 0 0,13 46-45 0 0,-13-47 38 0 0,-3 8 1 0 0,-4 54-208 0 0,4-13-778 0 0,6-40 369 0 0,11 24-65 0 0,-11-25-15 0 0,7-5-1561 0 0,-1 0 1906 0 0,-6-1 38 0 0,-1-1 0 0 0,1 0 0 0 0,0 0 0 0 0,0 0 0 0 0,0 0 1 0 0,0 0-1 0 0,0-1 0 0 0,0 1 0 0 0,5-1 0 0 0,3-4-643 0 0,25-10-53 0 0,-25 11-973 0 0,-10 2 1750 0 0,6-4-384 0 0,30-21-255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13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65 816 0 0,'0'0'310'0'0,"1"-14"3390"0"0,4-17-3156 0 0,-4 23 3137 0 0,0 7-3241 0 0,-2 12-386 0 0,-1-2 9 0 0,1 32 307 0 0,4 6-273 0 0,1-38-82 0 0,12 32-34 0 0,-3-41 594 0 0,19-1-428 0 0,-25 1-34 0 0,1-10 235 0 0,14-20-126 0 0,-16 22 271 0 0,-6 7-297 0 0,1-10 176 0 0,1 1-257 0 0,3-23 869 0 0,-11 22-552 0 0,-13-21-161 0 0,15 25-55 0 0,1 4-115 0 0,-7 2-85 0 0,1-2-30 0 0,6 1-36 0 0,-1 1 0 0 0,1 0 0 0 0,0 0 0 0 0,0 0 0 0 0,-1 0-1 0 0,1 1 1 0 0,0-1 0 0 0,-7 1 0 0 0,-33 5-1477 0 0,35-4 405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15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126 178 3081 0 0,'0'-2'4404'0'0,"-7"-4"-3454"0"0,-3-1-324 0 0,-31-22-373 0 0,33 23-157 0 0,6 4 43 0 0,0 2 310 0 0,-3 4 175 0 0,-1 5-289 0 0,-23 28-99 0 0,24-31-45 0 0,2 0-47 0 0,3 1-103 0 0,-3 3-12 0 0,-2 25 89 0 0,5-31-110 0 0,0-1 0 0 0,1 0 0 0 0,-1 0 0 0 0,0 1-1 0 0,1-1 1 0 0,0 0 0 0 0,1 6 0 0 0,0-6-2 0 0,-2 0 0 0 0,1 0-1 0 0,0 0 1 0 0,0 0 0 0 0,-1 0 0 0 0,0 1-1 0 0,0 5 1 0 0,5 0-2 0 0,11 26 6 0 0,-12-26-11 0 0,-2-7-2 0 0,8 5 0 0 0,30 23-12 0 0,-40-30 14 0 0,1 1 0 0 0,0 0 0 0 0,0-1 0 0 0,0 1 0 0 0,0 0 0 0 0,0-1 0 0 0,-1 1 0 0 0,1-1 1 0 0,0 1-1 0 0,0-1 0 0 0,1 0 0 0 0,-1 1 0 0 0,0-1 0 0 0,0 0 0 0 0,0 0 0 0 0,0 0 0 0 0,2 0 0 0 0,-3 0 1 0 0,45 2 36 0 0,-35-6 8 0 0,26-13 9 0 0,-29 14-49 0 0,-1-1-3 0 0,-1-2-3 0 0,35-31 38 0 0,-37 34-25 0 0,0 0 1 0 0,0 0-1 0 0,-1 0 0 0 0,1-1 1 0 0,-1 1-1 0 0,0-1 0 0 0,0 0 1 0 0,1-4-1 0 0,2-2 10 0 0,0 1 10 0 0,-4 8-13 0 0,1-10-2 0 0,12-40 32 0 0,-15 44-43 0 0,3-41 14 0 0,-2 44-12 0 0,0 0 1 0 0,-1 0-1 0 0,1 0 1 0 0,-1 0-1 0 0,0 0 1 0 0,0 0-1 0 0,-1 0 1 0 0,-1-5-1 0 0,-2-3 2 0 0,3 4 2 0 0,-1 0 0 0 0,-1 0 0 0 0,1 0 0 0 0,-1 0 1 0 0,-1 1-1 0 0,1 0 0 0 0,-1 0 0 0 0,-1 0 0 0 0,1 0 0 0 0,-1 1 0 0 0,-9-8 1 0 0,5 4 10 0 0,8 8-44 0 0,0 1 2 0 0,-7 2-2 0 0,-31 0-117 0 0,29 7-239 0 0,-32 27-169 0 0,40-32 453 0 0,0 0 0 0 0,0 1 0 0 0,0-1 0 0 0,1 1 0 0 0,-1 0 0 0 0,1 0 0 0 0,-2 5 0 0 0,-2 1-97 0 0,2-4-395 0 0,1 0 25 0 0,2 1 277 0 0,-3 2-30 0 0,2-7 123 0 0,1 1-1 0 0,-1 0 0 0 0,1 0 0 0 0,0 0 0 0 0,0 0 1 0 0,0 0-1 0 0,1 0 0 0 0,-1 0 0 0 0,1 1 1 0 0,-1 3-1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16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18 3793 0 0,'0'0'4310'0'0,"-3"0"-2214"0"0,-9 12-1319 0 0,-8 19-560 0 0,14-23-70 0 0,5-6-102 0 0,3 6 10 0 0,4 31-42 0 0,5-32 237 0 0,23 10-189 0 0,-26-13 0 0 0,2-9-784 0 0,33-20 757 0 0,-46 26-17 0 0,11-9 7 0 0,22-17 0 0 0,22-21 88 0 0,-44 39-19 0 0,-5 6 6 0 0,-2 1-96 0 0,-1 0 0 0 0,1 0 1 0 0,0 0-1 0 0,-1 0 1 0 0,1 0-1 0 0,0 0 1 0 0,0 0-1 0 0,-1 0 0 0 0,1 1 1 0 0,0-1-1 0 0,-1 0 1 0 0,1 0-1 0 0,0 1 0 0 0,-1-1 1 0 0,1 1-1 0 0,-1-1 1 0 0,1 0-1 0 0,-1 1 0 0 0,1-1 1 0 0,0 1-1 0 0,-1-1 1 0 0,0 1-1 0 0,1 0 0 0 0,30 21 7 0 0,-29-21 8 0 0,5 6 40 0 0,-6-1-51 0 0,1 3-4 0 0,5 29 20 0 0,-2 11-125 0 0,-7-43 103 0 0,3 6 2 0 0,0-7-1 0 0,-1-1 1 0 0,0 1-1 0 0,0 0 0 0 0,-1-1 0 0 0,1 1 0 0 0,-1 0 0 0 0,0-1 0 0 0,-2 7 0 0 0,-1 0-11 0 0,2-7 1 0 0,1 0-1 0 0,0 0 1 0 0,-1-1 0 0 0,1 1-1 0 0,1 0 1 0 0,-1 0-1 0 0,1 0 1 0 0,-1 6-1 0 0,-4-1-78 0 0,0 2 87 0 0,4-7 14 0 0,-1 0 0 0 0,0 0 0 0 0,0 0 0 0 0,-1 0 0 0 0,1-1 0 0 0,-1 1 0 0 0,0-1 0 0 0,1 1 0 0 0,-2-1 0 0 0,-4 4 0 0 0,-23 24 63 0 0,24-24 321 0 0,7-10-361 0 0,0 1 1 0 0,0-1-1 0 0,1 0 1 0 0,-1 0-1 0 0,1 0 1 0 0,0 0-1 0 0,0 0 1 0 0,0 1-1 0 0,0-1 1 0 0,1 0-1 0 0,2-4 1 0 0,0-1 6 0 0,-1-1 66 0 0,-2 7-71 0 0,9-4 16 0 0,40-38 21 0 0,-38 34-77 0 0,31-34 82 0 0,-32 32-65 0 0,-3 5 18 0 0,-1-1 0 0 0,0-1-1 0 0,10-15 1 0 0,7-11 5 0 0,-21 31-29 0 0,1-1 1 0 0,-1 0 0 0 0,0 1 0 0 0,-1-1-1 0 0,1-1 1 0 0,2-7 0 0 0,-1 1 4 0 0,-2 8 11 0 0,1 0-1 0 0,-1 0 1 0 0,-1 0-1 0 0,1 0 1 0 0,-1-1-1 0 0,1 1 1 0 0,-1 0-1 0 0,0-6 1 0 0,1 0 5 0 0,-2 9-20 0 0,1 0 1 0 0,-1 1-1 0 0,0-1 1 0 0,0 0-1 0 0,1 1 1 0 0,-1-1-1 0 0,0 0 1 0 0,0 1-1 0 0,0-1 1 0 0,0 0-1 0 0,0 1 1 0 0,0-1 0 0 0,0 0-1 0 0,0 0 1 0 0,0 1-1 0 0,0-1 1 0 0,0 0-1 0 0,0 1 1 0 0,-1-1-1 0 0,1 0 1 0 0,0 1-1 0 0,0-1 1 0 0,-1 0 0 0 0,1 1-1 0 0,-1-1 1 0 0,1 0-1 0 0,0 1 1 0 0,-1-1-1 0 0,1 1 1 0 0,-1-1-1 0 0,1 1 1 0 0,-1-1-1 0 0,1 1 1 0 0,-1 0-1 0 0,0-1 1 0 0,1 1 0 0 0,-1-1-1 0 0,0 1 1 0 0,1 0-1 0 0,-1 0 1 0 0,0-1-1 0 0,1 1 1 0 0,-1 0-1 0 0,0 0 1 0 0,0 0-1 0 0,-25 2-129 0 0,25-2 154 0 0,-5 0-125 0 0,2 3 35 0 0,0 6 46 0 0,-13 27-13 0 0,15-33 21 0 0,1-1 0 0 0,-1 1 0 0 0,1-1 0 0 0,0 1 0 0 0,0 0 1 0 0,0-1-1 0 0,0 1 0 0 0,1 0 0 0 0,-1 0 0 0 0,1 0 1 0 0,0 0-1 0 0,0-1 0 0 0,0 5 0 0 0,0 2-4 0 0,-1-6-7 0 0,0 1 0 0 0,1-1 0 0 0,-1 1 0 0 0,1-1 0 0 0,0 1 0 0 0,0-1-1 0 0,0 1 1 0 0,2 6 0 0 0,0 12-69 0 0,2-13 68 0 0,12 23-6 0 0,-12-24 6 0 0,8-5-114 0 0,22 10 114 0 0,-27-10 5 0 0,-2-3-14 0 0,2-6 9 0 0,24-15 3 0 0,-26 19 9 0 0,0-1 0 0 0,0-1 1 0 0,-1 1-1 0 0,1-1 0 0 0,-1 1 0 0 0,0-1 1 0 0,0 0-1 0 0,5-8 0 0 0,0 0-9 0 0,30-31-161 0 0,-31 30 175 0 0,0 5 17 0 0,5 1 32 0 0,20-7-7 0 0,-25 11 155 0 0,-8 14 154 0 0,-2 33-57 0 0,-2-36-167 0 0,-11 23-15 0 0,-9 12-9 0 0,16-32-136 0 0,3-2-126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19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62 6609 0 0,'0'-3'2151'0'0,"1"1"-1727"0"0,-2-1-351 0 0,-1-2 187 0 0,0-1 168 0 0,-12-28-275 0 0,11 28-102 0 0,3 4 20 0 0,-9 12 169 0 0,-5 8-108 0 0,-21 36 1 0 0,21-24 85 0 0,2 0 0 0 0,1 1 0 0 0,1 0 1 0 0,-8 41-1 0 0,17-69-145 0 0,2 2 17 0 0,10 1-52 0 0,22 6-46 0 0,-26-9-42 0 0,-3-3 25 0 0,4-7 23 0 0,25-16-33 0 0,17-8 330 0 0,-42 26-126 0 0,-5 18 323 0 0,11 23-394 0 0,-12-34-95 0 0,-1 1 0 0 0,0-1 0 0 0,0 1 0 0 0,0-1 1 0 0,0 1-1 0 0,-1 0 0 0 0,1-1 0 0 0,-1 1 0 0 0,0 0 1 0 0,1-1-1 0 0,-1 1 0 0 0,-1 0 0 0 0,1 4 0 0 0,-1 1 5 0 0,9 56-770 0 0,-4-55 49 0 0,1-1 442 0 0,8 23-1657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23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28 7154 0 0,'0'-1'3578'0'0,"0"-2"-2739"0"0,0 1-596 0 0,0 0 948 0 0,-9-2-940 0 0,3 0-189 0 0,-4-2-21 0 0,-11 1 198 0 0,13 16 197 0 0,-15 26-280 0 0,16-27 55 0 0,7-10-156 0 0,-2 10 49 0 0,-2 0-64 0 0,2-7-21 0 0,1 0 0 0 0,-1 0-1 0 0,1 0 1 0 0,0 0 0 0 0,0 0-1 0 0,0 0 1 0 0,1 1 0 0 0,-1-1-1 0 0,1 0 1 0 0,-1 5 0 0 0,7 31-6 0 0,-6-34-13 0 0,3-1 4 0 0,6-3 14 0 0,23 7 27 0 0,-25-6-24 0 0,4-8-132 0 0,23-17 86 0 0,7-7 65 0 0,-32 21-28 0 0,-2 3 6 0 0,-7 3-4 0 0,1 0 0 0 0,-1 1 1 0 0,0-1-1 0 0,1 1 1 0 0,-1-1-1 0 0,1 1 1 0 0,0-1-1 0 0,0 1 1 0 0,0-1-1 0 0,0 1 1 0 0,1-1-1 0 0,2-3 1 0 0,0-1-3 0 0,-1 0 29 0 0,0 7-51 0 0,0 0 21 0 0,-1 0 0 0 0,1 1 0 0 0,0-1 0 0 0,0 1 0 0 0,-1 0 0 0 0,1 0 0 0 0,-1 0 0 0 0,1 0 0 0 0,-1 0 0 0 0,1 1 0 0 0,-1-1 0 0 0,3 3 0 0 0,3 0 8 0 0,-7-3-10 0 0,8 5 51 0 0,-8 0-49 0 0,12 26 36 0 0,-3-8-80 0 0,-1 1 1 0 0,-1 0 0 0 0,-1 1-1 0 0,-1 0 1 0 0,-2 0 0 0 0,0 0-1 0 0,-2 0 1 0 0,-1 0 0 0 0,-1 1-1 0 0,-1-1 1 0 0,-2 1 0 0 0,0-1-1 0 0,-2 0 1 0 0,-1 0 0 0 0,-16 46-1 0 0,19-67-2 0 0,0 1 0 0 0,1-1 0 0 0,-2 0 0 0 0,1 0-1 0 0,-1 0 1 0 0,1-1 0 0 0,-1 0 0 0 0,0 1 0 0 0,-1-1 0 0 0,1 0 0 0 0,-1-1-1 0 0,0 1 1 0 0,-9 4 0 0 0,6-4-93 0 0,7-28-16 0 0,1 22 144 0 0,0-1 0 0 0,-1 1 1 0 0,1-1-1 0 0,0 1 0 0 0,1-1 0 0 0,-1 1 1 0 0,0-1-1 0 0,1 1 0 0 0,-1-1 1 0 0,1 1-1 0 0,0-1 0 0 0,0 1 0 0 0,0-1 1 0 0,1-1-1 0 0,10-29-17 0 0,-9 26 4 0 0,0-1 0 0 0,0 0 0 0 0,1 1-1 0 0,0 0 1 0 0,10-13 0 0 0,5-8 44 0 0,41-65 67 0 0,115-199 695 0 0,-174 290-784 0 0,1 0 1 0 0,-1-1 0 0 0,0 1 0 0 0,-1-1-1 0 0,1 0 1 0 0,0 1 0 0 0,-1-1 0 0 0,1 0 0 0 0,-1 1-1 0 0,0-1 1 0 0,0-5 0 0 0,0 0 2 0 0,1 0 29 0 0,-1 8 65 0 0,0-1-104 0 0,0 1-1 0 0,0-1 1 0 0,0 1-1 0 0,-1-1 1 0 0,1 1-1 0 0,0-1 1 0 0,0 1-1 0 0,0-1 1 0 0,-1 1-1 0 0,1-1 1 0 0,0 1 0 0 0,0-1-1 0 0,-1 1 1 0 0,1 0-1 0 0,0-1 1 0 0,-1 1-1 0 0,1-1 1 0 0,-1 1-1 0 0,1 0 1 0 0,0-1-1 0 0,-1 1 1 0 0,1 0 0 0 0,-1 0-1 0 0,1-1 1 0 0,-1 1-1 0 0,1 0 1 0 0,-1 0-1 0 0,1 0 1 0 0,-1 0-1 0 0,1 0 1 0 0,-1-1-1 0 0,1 1 1 0 0,-1 0 0 0 0,1 0-1 0 0,-2 0 1 0 0,-28-7 12 0 0,23 5-26 0 0,3 13-25 0 0,-10 23 24 0 0,12-30 7 0 0,0 1 0 0 0,0-1 0 0 0,1 1 0 0 0,-1 0 0 0 0,1 0 0 0 0,0-1 0 0 0,0 7 0 0 0,0-1-6 0 0,-1-6-6 0 0,1 0 1 0 0,0 0 0 0 0,0 1-1 0 0,0-1 1 0 0,1 0 0 0 0,0 0-1 0 0,0 8 1 0 0,1 8-59 0 0,8-9 8 0 0,20 21-12 0 0,-22-24 4 0 0,-4-9 55 0 0,0-1-1 0 0,0 1 1 0 0,0 0 0 0 0,0 0-1 0 0,0 0 1 0 0,0 1 0 0 0,1-1-1 0 0,5 1 1 0 0,1-1-6 0 0,-1-1-86 0 0,-8 2 106 0 0,7-7 2 0 0,3 2-3 0 0,-6 2-2 0 0,0 0 1 0 0,0 1-1 0 0,-1-1 1 0 0,1-1-1 0 0,-1 1 1 0 0,0-1-1 0 0,5-5 1 0 0,22-20 25 0 0,6-2 43 0 0,-27 24-52 0 0,30-19 128 0 0,-30 20-120 0 0,-1 1 70 0 0,-8 4-46 0 0,10 0 57 0 0,-1-3-64 0 0,-7 2 8 0 0,0 1 0 0 0,0-1 1 0 0,0 1-1 0 0,1 0 0 0 0,-1 0 0 0 0,0 1 1 0 0,1-1-1 0 0,-1 1 0 0 0,6-1 1 0 0,43 5 296 0 0,-51 8 2 0 0,3 32-255 0 0,-12-33-102 0 0,-35 37-318 0 0,-35 42-4674 0 0,60-69 1615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24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31 5193 0 0,'-11'10'1987'0'0,"-19"16"-1563"0"0,22-18 629 0 0,5-6-902 0 0,-5 4-17 0 0,-38 29 114 0 0,22-9 79 0 0,20-20-245 0 0,0 0 0 0 0,0 0 0 0 0,1 0 0 0 0,-5 13 0 0 0,4-9 35 0 0,1 1 0 0 0,1 0 0 0 0,0-1 1 0 0,1 1-1 0 0,0 0 0 0 0,1 0 0 0 0,0 0 0 0 0,2 14 0 0 0,-2-22-95 0 0,0 0 0 0 0,0-1 0 0 0,1 1 0 0 0,0 0 0 0 0,-1-1 0 0 0,1 1 0 0 0,0-1 0 0 0,0 1 0 0 0,0-1 0 0 0,1 1 0 0 0,-1-1 0 0 0,0 0 0 0 0,1 1 0 0 0,0-1 0 0 0,-1 0 0 0 0,1 0 0 0 0,0 0 0 0 0,0-1 0 0 0,0 1 0 0 0,0 0 0 0 0,1-1 1 0 0,-1 1-1 0 0,0-1 0 0 0,1 0 0 0 0,-1 0 0 0 0,1 0 0 0 0,-1 0 0 0 0,1 0 0 0 0,-1 0 0 0 0,1-1 0 0 0,0 1 0 0 0,-1-1 0 0 0,1 0 0 0 0,0 0 0 0 0,2 0 0 0 0,2 0-7 0 0,-1 0 1 0 0,0-1-1 0 0,0 0 0 0 0,0 0 1 0 0,1-1-1 0 0,-1 0 1 0 0,0 0-1 0 0,-1 0 0 0 0,1-1 1 0 0,0 0-1 0 0,-1 0 0 0 0,1 0 1 0 0,8-8-1 0 0,-5 3 27 0 0,-1 1-1 0 0,-1-2 0 0 0,1 1 0 0 0,-1-1 1 0 0,-1 0-1 0 0,0 0 0 0 0,0-1 0 0 0,6-15 1 0 0,-9 19 37 0 0,-1-1 0 0 0,-1 0 0 0 0,1 0 1 0 0,-1 0-1 0 0,0 0 0 0 0,0 0 1 0 0,-1 0-1 0 0,0 0 0 0 0,0 0 0 0 0,-1 0 1 0 0,0 0-1 0 0,0 0 0 0 0,-1 1 0 0 0,-4-13 1 0 0,3 11-22 0 0,-1 0 0 0 0,0 0 1 0 0,-1 1-1 0 0,0-1 0 0 0,0 1 1 0 0,-1 0-1 0 0,1 0 1 0 0,-1 1-1 0 0,-1 0 0 0 0,-10-9 1 0 0,-10-10 365 0 0,25 23-205 0 0,-1 2-169 0 0,-6 1-80 0 0,-36 2-157 0 0,35 5-834 0 0,-21 21 30 0 0,26-25 213 0 0,0 3-569 0 0,4 0 689 0 0,-14 41-1853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24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14 215 3929 0 0,'0'0'5764'0'0,"0"0"-5642"0"0,-1-1 175 0 0,1 1-7 0 0,-1-5 31 0 0,0-1-108 0 0,-3-2-68 0 0,3 5-23 0 0,0 0 1 0 0,0 0 0 0 0,0-1-1 0 0,0 1 1 0 0,1 0-1 0 0,-1 0 1 0 0,1 0-1 0 0,-1-5 1 0 0,2 0 141 0 0,0 1 0 0 0,0-1-1 0 0,1 1 1 0 0,0 0 0 0 0,4-12 0 0 0,-3 12-185 0 0,-1 1 0 0 0,0-1 0 0 0,0 1 0 0 0,-1-1 1 0 0,1-10-1 0 0,-2 14-64 0 0,0 0 0 0 0,1 0 0 0 0,-1 0 0 0 0,1 0 1 0 0,0 0-1 0 0,0 0 0 0 0,0 0 0 0 0,0 0 0 0 0,0 0 0 0 0,0 1 1 0 0,3-5-1 0 0,1-1-3 0 0,-2-1 16 0 0,-1 10-27 0 0,0 1-1 0 0,0-1 0 0 0,-1 0 0 0 0,1 1 0 0 0,-1-1 1 0 0,1 1-1 0 0,-1 0 0 0 0,1 0 0 0 0,-1-1 0 0 0,0 1 0 0 0,0 0 1 0 0,0 0-1 0 0,0 0 0 0 0,0 0 0 0 0,0 0 0 0 0,1 4 1 0 0,0-1-3 0 0,3 4-46 0 0,-5-8 31 0 0,-1 8-42 0 0,5 46 37 0 0,8-62 78 0 0,20-16 16 0 0,-24 17 24 0 0,-3-4 126 0 0,-1 1-196 0 0,-2 6-4 0 0,-1 0 0 0 0,0 0 0 0 0,1 0 0 0 0,0 0-1 0 0,0 0 1 0 0,-1 0 0 0 0,2 1 0 0 0,2-4 0 0 0,-5 1 314 0 0,2 17-182 0 0,4 37-247 0 0,-7-53 29 0 0,6 14-12 0 0,7 22-101 0 0,-8-23-233 0 0,35 15-2552 0 0,-30-19 834 0 0,3-5-375 0 0,35 2-279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24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77 848 0 0,'5'-7'9090'0'0,"-3"54"-8748"0"0,10-46-258 0 0,20 5 18 0 0,-24-4 48 0 0,5-16 1111 0 0,15-21-955 0 0,-21 27 323 0 0,-5 4 6 0 0,-5-5-176 0 0,0-23-102 0 0,3 27 197 0 0,-3 1 144 0 0,-7 3-318 0 0,1-3-294 0 0,7 2-61 0 0,-1 1 0 0 0,0 0 0 0 0,0 0 0 0 0,1 0 0 0 0,-1 0 0 0 0,0 0 1 0 0,0 0-1 0 0,0 1 0 0 0,0 0 0 0 0,-4-1 0 0 0,-3 7 120 0 0,-24 13-109 0 0,33-18-79 0 0,0-1 1 0 0,0 0-1 0 0,-1 1 0 0 0,1 0 0 0 0,0-1 1 0 0,0 1-1 0 0,0 0 0 0 0,0-1 0 0 0,0 1 1 0 0,0 0-1 0 0,0 0 0 0 0,0 0 0 0 0,0 0 1 0 0,0 0-1 0 0,0 0 0 0 0,0 0 0 0 0,0 1 1 0 0,-30 30-1220 0 0,24-23-3340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25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89 6905 0 0,'6'-27'4915'0'0,"1"-2"-4035"0"0,-5 21 392 0 0,-3 7-1101 0 0,1 1-73 0 0,0-1 42 0 0,0 1-6 0 0,0-1 49 0 0,-14-4 157 0 0,-28-9-188 0 0,42 13-146 0 0,-1 1 1 0 0,0 0-1 0 0,1-1 1 0 0,-1 1-1 0 0,0 0 1 0 0,1 0-1 0 0,-1 0 0 0 0,0-1 1 0 0,0 1-1 0 0,1 0 1 0 0,-1 0-1 0 0,0 0 1 0 0,0 0-1 0 0,1 0 1 0 0,-1 0-1 0 0,0 0 0 0 0,0 1 1 0 0,1-1-1 0 0,-1 0 1 0 0,0 0-1 0 0,1 0 1 0 0,-1 1-1 0 0,-1 0 1 0 0,-20 10 242 0 0,0 1 1 0 0,1 0 0 0 0,0 2-1 0 0,1 1 1 0 0,1 0 0 0 0,-35 37 0 0 0,41-38-110 0 0,1 1 1 0 0,0 0 0 0 0,1 1 0 0 0,1 0 0 0 0,1 1-1 0 0,0 0 1 0 0,1 1 0 0 0,0 0 0 0 0,2 0 0 0 0,-5 20-1 0 0,11-37-130 0 0,-2 3-5 0 0,1 1 0 0 0,0-1-1 0 0,1 1 1 0 0,-1-1 0 0 0,1 0 0 0 0,-1 1-1 0 0,2-1 1 0 0,-1 1 0 0 0,0-1 0 0 0,1 1-1 0 0,2 7 1 0 0,5-6-46 0 0,23 17-33 0 0,-31-22 71 0 0,1-1-1 0 0,0 1 0 0 0,-1-1 0 0 0,1 1 1 0 0,-1-1-1 0 0,1 0 0 0 0,0 1 1 0 0,0-1-1 0 0,-1 0 0 0 0,1 1 0 0 0,0-1 1 0 0,-1 0-1 0 0,1 0 0 0 0,0 1 1 0 0,0-1-1 0 0,0 0 0 0 0,-1 0 0 0 0,3 0 1 0 0,13-1-265 0 0,0 0 0 0 0,0 0 0 0 0,-1-2 1 0 0,1 0-1 0 0,0-1 0 0 0,28-11 0 0 0,-6-1-3540 0 0,60-35-1 0 0,-76 38 1059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26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4905 0 0,'0'4'6217'0'0,"12"-9"-3871"0"0,22-19-2080 0 0,-25 17 226 0 0,-7 6-259 0 0,6-9 96 0 0,22-20-54 0 0,-23 22 39 0 0,-6 8-244 0 0,-1 0 0 0 0,0 1 0 0 0,1-1 0 0 0,-1 0 0 0 0,0 1 0 0 0,0-1 0 0 0,1 0 0 0 0,-1 1 0 0 0,0-1 0 0 0,0 0 0 0 0,1 1 0 0 0,-1-1 0 0 0,0 1 0 0 0,0-1 0 0 0,0 0 0 0 0,0 1 0 0 0,0-1 0 0 0,0 1 0 0 0,1-1 0 0 0,-1 1 0 0 0,0-1 0 0 0,0 0 0 0 0,0 1 0 0 0,0-1 0 0 0,-1 1 0 0 0,1-1 0 0 0,0 1 0 0 0,0-1 0 0 0,0 0 0 0 0,0 1 0 0 0,0-1 0 0 0,0 1 0 0 0,-1-1 0 0 0,1 0 0 0 0,0 1 0 0 0,0-1 0 0 0,-1 1 0 0 0,-4 39-1210 0 0,5-5 521 0 0,-1-26-768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27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36 7122 0 0,'2'-1'3698'0'0,"-5"-4"-3190"0"0,-4 0 461 0 0,-24-15-707 0 0,24 15 211 0 0,3 5 197 0 0,-4 6-148 0 0,-76 41-255 0 0,63-32 125 0 0,1 1-1 0 0,1 1 1 0 0,1 1-1 0 0,0 1 1 0 0,-24 33-1 0 0,31-38-197 0 0,-2 2 49 0 0,2 0 0 0 0,0 0 0 0 0,-13 26 0 0 0,22-38-221 0 0,0 1 0 0 0,0-1 0 0 0,0 0 0 0 0,1 0 0 0 0,-1 1 0 0 0,1-1 0 0 0,0 1 0 0 0,0-1 0 0 0,1 1-1 0 0,-1-1 1 0 0,1 1 0 0 0,0 0 0 0 0,0-1 0 0 0,1 1 0 0 0,-1 0 0 0 0,1-1 0 0 0,0 1 0 0 0,0-1 0 0 0,1 1 0 0 0,2 6 0 0 0,-2-9-32 0 0,1 1 0 0 0,-1-1 0 0 0,0 0 1 0 0,1 1-1 0 0,0-1 0 0 0,0 0 0 0 0,0-1 1 0 0,-1 1-1 0 0,2-1 0 0 0,-1 1 0 0 0,0-1 1 0 0,0 0-1 0 0,0 0 0 0 0,0 0 0 0 0,1 0 1 0 0,-1-1-1 0 0,1 1 0 0 0,-1-1 0 0 0,0 0 1 0 0,1 0-1 0 0,-1 0 0 0 0,6-1 0 0 0,9-2-362 0 0,-1 1 0 0 0,33-11 0 0 0,-9-2-2434 0 0,64-31 0 0 0,-101 44 2565 0 0,32-16-2790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27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41 8242 0 0,'-1'-1'8458'0'0,"1"-2"-7453"0"0,12-8-1176 0 0,18-9 195 0 0,-23 15 44 0 0,-6 16 40 0 0,4 28 78 0 0,-10-29-5 0 0,-13 25-23 0 0,-6 7 301 0 0,17-31-400 0 0,-4 5 136 0 0,0 0 0 0 0,-14 15 0 0 0,0 1 98 0 0,23-30-39 0 0,0 4-7 0 0,12 1-283 0 0,-5-4 27 0 0,-3-2 2 0 0,0 1-1 0 0,0-1 1 0 0,0 0 0 0 0,1 0-1 0 0,-1 0 1 0 0,0 0 0 0 0,1 0-1 0 0,-1 0 1 0 0,1-1 0 0 0,-1 1 0 0 0,1-1-1 0 0,-1 0 1 0 0,1 1 0 0 0,-1-1-1 0 0,1 0 1 0 0,-1-1 0 0 0,1 1-1 0 0,-1 0 1 0 0,1-1 0 0 0,-1 1 0 0 0,1-1-1 0 0,2-1 1 0 0,70-27-1683 0 0,8-4-4247 0 0,-41 12 679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31.0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5 249 8010 0 0,'-1'-2'631'0'0,"-3"-5"-682"0"0,5 6 335 0 0,-1 1 1 0 0,0-1 0 0 0,1 1-1 0 0,-1-1 1 0 0,0 1 0 0 0,1-1 0 0 0,-1 1-1 0 0,1-1 1 0 0,-1 1 0 0 0,1-1 0 0 0,-1 1-1 0 0,1 0 1 0 0,0-1 0 0 0,-1 1 0 0 0,1 0-1 0 0,-1-1 1 0 0,1 1 0 0 0,0 0 0 0 0,-1 0-1 0 0,1-1 1 0 0,0 1 0 0 0,48-16-145 0 0,-37 12-97 0 0,1-1 21 0 0,-4-1 0 0 0,0-3 35 0 0,4-3 11 0 0,-2 4 2 0 0,10-1 53 0 0,37-8 189 0 0,-33 11-242 0 0,386-77 201 0 0,6 37-5646 0 0,-351 40 3130 0 0,0 3-274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31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7 306 11186 0 0,'0'0'45'0'0,"-1"0"-1"0"0,1 0 0 0 0,0 0 0 0 0,-1-1 1 0 0,1 1-1 0 0,0 0 0 0 0,-1 0 1 0 0,1-1-1 0 0,-1 1 0 0 0,1 0 0 0 0,0-1 1 0 0,0 1-1 0 0,-1 0 0 0 0,1-1 0 0 0,0 1 1 0 0,0 0-1 0 0,-1-1 0 0 0,1 1 0 0 0,0-1 1 0 0,0 1-1 0 0,0-1 0 0 0,0 1 1 0 0,-1 0-1 0 0,1-1 0 0 0,0 1 0 0 0,0-1 1 0 0,0 1-1 0 0,0-1 0 0 0,0 1 0 0 0,0-1 1 0 0,0 1-1 0 0,0 0 0 0 0,1-1 0 0 0,13-10 506 0 0,39-4-498 0 0,-35 11 245 0 0,698-167 1406 0 0,-232 92-4241 0 0,-401 70 1073 0 0,2 5-663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32.5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2 174 5977 0 0,'-1'0'2457'0'0,"11"-1"-1410"0"0,269-11 954 0 0,-277 11-1996 0 0,34 0 60 0 0,-12-3-17 0 0,32-21 143 0 0,-32 17-102 0 0,15-3 51 0 0,62-9 223 0 0,-62 13-219 0 0,289-35 447 0 0,-65 10-3529 0 0,-206 22 720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28:33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1 216 10482 0 0,'0'0'99'0'0,"12"-1"229"0"0,303-52 1730 0 0,154-22-1135 0 0,-220 38-1175 0 0,64-6-3939 0 0,-241 36 1577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1:49:40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2009 1005 14517,'-1'40'0,"-1"-1"0,-2 0 0,-1 0 0,-2 0 0,-2 0 0,-1-1 0,-1 0 0,-2-1 0,-2-1 0,0 1 0,-3-2 0,0 0 0,-2-1 0,-1-1 0,-2-1 0,-1 0 0,-1-2 0,-1 0 0,-1-2 0,-2 0 0,0-2 0,-2-1 0,0-1 0,-1-2 0,-2-1 0,0-1 0,-1-1 0,0-2 0,-1-1 0,-1-2 0,0-1 0,-1-1 0,0-2 0,-1-2 0,1-1 0,-1-1 0,-1-3 0,1 0 0,0-3 0,-1 0 0,1-3 0,-1 0 0,1-3 0,1-1 0,-1-1 0,1-2 0,0-2 0,1-1 0,0-1 0,1-2 0,1-1 0,0-2 0,1-1 0,1-1 0,0-1 0,2-2 0,0-1 0,2-1 0,0-2 0,2 0 0,1-2 0,1 0 0,1-2 0,1 0 0,2-1 0,1-1 0,2-1 0,0 0 0,3-2 0,0 1 0,2-1 0,2-1 0,1 0 0,2-1 0,1 0 0,1 0 0,2 0 0,2 0 0,1-1 0,2 1 0,1-1 0,2 1 0,2 0 0,1 0 0,1 1 0,2 0 0,1 0 0,2 1 0,2 0 0,0 1 0,3 0 0,0 1 0,2 1 0,1 1 0,2 1 0,1 0 0,1 2 0,1 0 0,1 2 0,2 1 0,0 0 0,2 2 0,0 2 0,2 0 0,0 2 0,1 1 0,1 1 0,0 2 0,1 1 0,1 2 0,0 1 0,1 2 0,0 1 0,1 1 0,-1 2 0,1 2 0,1 1 0,-1 2 0,1 1 0,-1 2 0,0 1 0,1 2 0,-1 1 0,-1 2 0,1 2 0,-1 1 0,0 1 0,-1 2 0,0 1 0,-1 2 0,-1 1 0,0 2 0,-1 1 0,0 1 0,-2 2 0,-1 0 0,0 2 0,-2 2 0,0 0 0,-2 1 0,-1 2 0,-1 0 0,-1 2 0,-1 0 0,-2 1 0,-1 1 0,-2 1 0,0 1 0,-3 0 0,0 1 0,-2 0 0,-2 1 0,-1 0 0,-1 0 0,-2 1 0,-2 0 0,-1 0 0,-2 1 0,-1-1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49:42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2320 5 4457 0 0,'0'0'2665'0'0,"0"0"-2747"0"0,0-1 112 0 0,-1 0 8 0 0,0 0 11 0 0,-1 0 37 0 0,-4 2 54 0 0,-1 1 4 0 0,-23 10-53 0 0,24-10 40 0 0,3 0-31 0 0,-2 7-34 0 0,-3 2-15 0 0,-28 31 485 0 0,-207 197 1570 0 0,35 10-1353 0 0,200-239-716 0 0,-47 61 136 0 0,-202 246 540 0 0,-6 1 392 0 0,2-1-330 0 0,-40 39-132 0 0,188-218-251 0 0,-63 48 283 0 0,112-124-455 0 0,-74 95 0 0 0,60-67-395 0 0,76-87 581 0 0,-9 8-3331 0 0,10-10 2640 0 0,1-1 1 0 0,-1 0-1 0 0,1 0 1 0 0,-1 0 0 0 0,1 0-1 0 0,-1 0 1 0 0,1 0-1 0 0,-1 0 1 0 0,1 0-1 0 0,-1 0 1 0 0,1 0 0 0 0,-1 0-1 0 0,1 0 1 0 0,-1-1-1 0 0,1 1 1 0 0,-1 0-1 0 0,1 0 1 0 0,-1 0-1 0 0,1-1 1 0 0,-1 1 0 0 0,1 0-1 0 0,-1-1 1 0 0,1 1-1 0 0,0 0 1 0 0,-1-1-1 0 0,1 1 1 0 0,0 0 0 0 0,-1-1-1 0 0,1 1 1 0 0,0-1-1 0 0,-1 1 1 0 0,1-1-1 0 0,0 1 1 0 0,0-1 0 0 0,0 1-1 0 0,-1-1 1 0 0,1 0-1 0 0,-17-31-904 0 0,13 24 199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49:43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3 147 1312 0 0,'-3'-26'184'0'0,"3"8"777"0"0,0 17-625 0 0,0 0 48 0 0,0 0-72 0 0,6-48-168 0 0,-6 48-272 0 0,0 0 40 0 0,0 0-128 0 0,-3-47-488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49:43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5633 0 0,'0'0'1382'0'0,"-11"5"2228"0"0,11 36-2759 0 0,0-33-75 0 0,3 5 211 0 0,8 21-820 0 0,-9-25-27 0 0,-1 2 189 0 0,-2 172 1241 0 0,-15-29-1164 0 0,-2 87 411 0 0,17-240-730 0 0,2 1 110 0 0,10-5 105 0 0,23-8-132 0 0,-34 11-161 0 0,1 0 0 0 0,0 0 0 0 0,0 0-1 0 0,-1-1 1 0 0,1 1 0 0 0,0 0 0 0 0,0-1 0 0 0,-1 1 0 0 0,1 0 0 0 0,-1-1 0 0 0,1 1 0 0 0,0-1 0 0 0,-1 1 0 0 0,1-1 0 0 0,-1 1 0 0 0,1-1 0 0 0,-1 0 0 0 0,1 1-1 0 0,0-2 1 0 0,64-84 114 0 0,5 3-1 0 0,79-74 0 0 0,22 8-1776 0 0,-27 26-4868 0 0,-106 88 2418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49:49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37 252 5497 0 0,'0'0'6604'0'0,"3"11"-6306"0"0,1-2-279 0 0,9 32 32 0 0,3 50-653 0 0,7 153-1 0 0,-17-200-77 0 0,-5-37 440 0 0,-4-18-853 0 0,-11-24 1185 0 0,-10-33 711 0 0,4 0-206 0 0,-13-85-1 0 0,29 127-474 0 0,1 0-1 0 0,2-1 1 0 0,0 1-1 0 0,2 0 1 0 0,1 0 0 0 0,1 0-1 0 0,7-27 1 0 0,-4 27-174 0 0,-5 17-38 0 0,1 0-1 0 0,0 0 1 0 0,1 0-1 0 0,4-11 1 0 0,6 9-113 0 0,18-16 220 0 0,-25 22 53 0 0,-6 5-69 0 0,0 0 0 0 0,0 0 0 0 0,0 0 0 0 0,0-1 0 0 0,0 1 0 0 0,0 0 0 0 0,0 0 0 0 0,0 0 0 0 0,0 0 0 0 0,0 0 0 0 0,0 0 0 0 0,1-1 0 0 0,-1 1 0 0 0,0 0 0 0 0,0 0-1 0 0,0 0 1 0 0,0 0 0 0 0,0 0 0 0 0,0 0 0 0 0,0 0 0 0 0,0 0 0 0 0,1-1 0 0 0,-1 1 0 0 0,0 0 0 0 0,0 0 0 0 0,0 0 0 0 0,0 0 0 0 0,0 0 0 0 0,1 0 0 0 0,-1 0 0 0 0,0 0 0 0 0,0 0-1 0 0,0 0 1 0 0,0 0 0 0 0,0 0 0 0 0,1 0 0 0 0,-1 0 0 0 0,0 0 0 0 0,0 0 0 0 0,0 0 0 0 0,0 0 0 0 0,0 0 0 0 0,1 0 0 0 0,-1 0 0 0 0,0 1 0 0 0,0-1 0 0 0,0 0 0 0 0,0 0 0 0 0,0 0-1 0 0,0 0 1 0 0,1 0 0 0 0,-1 0 0 0 0,0 0 0 0 0,0 0 0 0 0,0 0 0 0 0,0 1 0 0 0,0-1 0 0 0,0 0 0 0 0,0 0 0 0 0,0 0 0 0 0,0 0 0 0 0,0 0 0 0 0,0 1 0 0 0,0-1 0 0 0,0 0 0 0 0,1 0-1 0 0,5 10 26 0 0,23 27 4 0 0,-27-34-34 0 0,1-1 0 0 0,-1 1 1 0 0,0-1-1 0 0,0 1 0 0 0,-1-1 1 0 0,1 1-1 0 0,-1 0 1 0 0,1 0-1 0 0,-1 0 0 0 0,0 0 1 0 0,0 0-1 0 0,1 4 0 0 0,0 2 0 0 0,0-5 14 0 0,0-1 0 0 0,-1 0 0 0 0,1 1 0 0 0,-1-1 1 0 0,0 1-1 0 0,0 0 0 0 0,0-1 0 0 0,0 1 0 0 0,0 0 1 0 0,-1 0-1 0 0,0 6 0 0 0,0-4 49 0 0,0-4-49 0 0,0 0 0 0 0,0-1 0 0 0,0 1 0 0 0,0 0 0 0 0,0 0 0 0 0,-1-1 0 0 0,1 1 0 0 0,-1 0 1 0 0,1-1-1 0 0,-1 1 0 0 0,0-1 0 0 0,1 1 0 0 0,-1-1 0 0 0,-1 3 0 0 0,1-3 3 0 0,0 0-1 0 0,0 1 1 0 0,0-1-1 0 0,0 1 1 0 0,1 0 0 0 0,-1-1-1 0 0,1 1 1 0 0,-1-1-1 0 0,1 1 1 0 0,0 0 0 0 0,-1-1-1 0 0,1 1 1 0 0,0 0-1 0 0,0 2 1 0 0,-6 5 275 0 0,-1 2-246 0 0,-23 27 116 0 0,2-5-222 0 0,24-30-90 0 0,1 1-1 0 0,0 0 1 0 0,-1 0 0 0 0,1 0 0 0 0,1 0-1 0 0,-1 1 1 0 0,-2 6 0 0 0,0-1-130 0 0,0-3-933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49:50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189 166 3673 0 0,'0'0'975'0'0,"3"-11"249"0"0,0 3-1069 0 0,-1 5 4 0 0,-1 1 0 0 0,0-1 1 0 0,0 1-1 0 0,0-1 0 0 0,0 0 0 0 0,-1 1 1 0 0,1-1-1 0 0,-1 0 0 0 0,1 0 1 0 0,-1-3-1 0 0,-4-3 316 0 0,-11-22-173 0 0,12 24-127 0 0,-9-5 39 0 0,-19-18-233 0 0,23 22 54 0 0,-4 5 53 0 0,-19-7-88 0 0,23 7 13 0 0,-5 12 204 0 0,-20 20-150 0 0,25-23 17 0 0,7-4-56 0 0,-1 9 3 0 0,-12 29 7 0 0,10-30-3 0 0,4-9-19 0 0,0 9-9 0 0,-2 1-4 0 0,1-7-5 0 0,1 0-1 0 0,-1 0 0 0 0,1 0 0 0 0,0 1 1 0 0,0-1-1 0 0,0 0 0 0 0,1 0 0 0 0,-1 0 0 0 0,2 4 1 0 0,-1 2-7 0 0,-2-7-1 0 0,1 0 0 0 0,1 0 0 0 0,-1 0 0 0 0,0 0 0 0 0,1 0 0 0 0,-1 0 0 0 0,1 0 0 0 0,0 0 0 0 0,0-1 0 0 0,2 5 0 0 0,23 32-25 0 0,-21-31-9 0 0,5-8-40 0 0,22 3 39 0 0,-24-3 21 0 0,6-13-537 0 0,16-22 535 0 0,-22 26 43 0 0,-7 8-7 0 0,1-8 3 0 0,13-24 11 0 0,-13 29 17 0 0,0 1 0 0 0,-1-1 0 0 0,1 1 0 0 0,-1-1-1 0 0,0 0 1 0 0,0 1 0 0 0,0-1 0 0 0,-1 0 0 0 0,1-4-1 0 0,0-2 11 0 0,2-9 323 0 0,-3 24-1119 0 0,3 86 769 0 0,-4-88 24 0 0,2 1-17 0 0,11-1-175 0 0,20 1 121 0 0,-24-3 10 0 0,2-10 36 0 0,22-18-62 0 0,-25 21 55 0 0,-5 4 5 0 0,3-6 25 0 0,18-23 40 0 0,14-20 637 0 0,-32 43-635 0 0,-1 4 188 0 0,0-1-469 0 0,11 9 189 0 0,15 12 14 0 0,-24-13 4 0 0,-4 0 20 0 0,-2 6-19 0 0,20 82 122 0 0,-17-82 10 0 0,6-3 147 0 0,21 10-257 0 0,-22-11-55 0 0,-5-5 3 0 0,6-5 20 0 0,24-9-28 0 0,-25 11 10 0 0,3-10-454 0 0,12-21 439 0 0,-16 26 100 0 0,-7 6-40 0 0,-1-8-45 0 0,1-35 222 0 0,0 45-208 0 0,0 0-1 0 0,0 0 0 0 0,0 0 1 0 0,0 0-1 0 0,0 0 1 0 0,0 0-1 0 0,0 0 0 0 0,0 1 1 0 0,0-1-1 0 0,0 0 1 0 0,0 0-1 0 0,0 0 0 0 0,0 0 1 0 0,0 0-1 0 0,0 0 1 0 0,1 0-1 0 0,-1 0 0 0 0,0 0 1 0 0,0 0-1 0 0,0 0 1 0 0,0 0-1 0 0,0 0 0 0 0,0 0 1 0 0,0 0-1 0 0,0 0 1 0 0,0 0-1 0 0,0 0 0 0 0,0 0 1 0 0,0 0-1 0 0,0 0 1 0 0,0 0-1 0 0,1 0 0 0 0,-1 0 1 0 0,0 0-1 0 0,0 0 1 0 0,0 0-1 0 0,-15-42 4 0 0,13 35 11 0 0,-1 7 16 0 0,1 0 0 0 0,-1 0 0 0 0,0 0 0 0 0,1 1 0 0 0,-1-1 0 0 0,1 1 0 0 0,-1 0 0 0 0,1 0 0 0 0,-1 0 0 0 0,1 0 0 0 0,0 0 0 0 0,-4 3 0 0 0,-1 0 20 0 0,0-1 34 0 0,5-2-49 0 0,-1 9-23 0 0,-12 25 13 0 0,14-33-23 0 0,0 1 0 0 0,0-1-1 0 0,0 1 1 0 0,0-1 0 0 0,0 1-1 0 0,0-1 1 0 0,1 1 0 0 0,-1 0 0 0 0,1-1-1 0 0,0 1 1 0 0,0 0 0 0 0,0-1-1 0 0,0 5 1 0 0,1 1-14 0 0,-2-4-11 0 0,0-1-1 0 0,1 0 1 0 0,0 0 0 0 0,0 1 0 0 0,0-1-1 0 0,0 0 1 0 0,0 1 0 0 0,1-1-1 0 0,0 0 1 0 0,1 7 0 0 0,1-1 2 0 0,-2-1-28 0 0,10 2 56 0 0,20 12-64 0 0,-23-17 14 0 0,-5-5 43 0 0,1 0-1 0 0,-1 0 0 0 0,1 0 1 0 0,-1-1-1 0 0,0 0 1 0 0,1 0-1 0 0,-1 0 0 0 0,0 0 1 0 0,0 0-1 0 0,0-1 1 0 0,5-2-1 0 0,0 0 35 0 0,-5 3-33 0 0,-7 4-5 0 0,46-33 0 0 0,-32 24 63 0 0,-10 6-43 0 0,8-11 36 0 0,21-23 17 0 0,-25 30-6 0 0,0 0 0 0 0,-1 0 0 0 0,1-1-1 0 0,-1 1 1 0 0,0-1 0 0 0,0 0 0 0 0,3-8-1 0 0,-1 2-35 0 0,0 2 22 0 0,0 6-192 0 0,-4 3 148 0 0,-1 0-1 0 0,1 0 1 0 0,0 0 0 0 0,-1 1 0 0 0,1-1 0 0 0,-1 0 0 0 0,1 0 0 0 0,-1 1 0 0 0,1-1 0 0 0,-1 0-1 0 0,1 1 1 0 0,-1-1 0 0 0,1 1 0 0 0,-1-1 0 0 0,0 0 0 0 0,1 1 0 0 0,-1-1 0 0 0,0 1 0 0 0,1-1-1 0 0,-1 1 1 0 0,0-1 0 0 0,1 1 0 0 0,-1 0 0 0 0,0-1 0 0 0,0 1 0 0 0,0-1 0 0 0,0 1 0 0 0,1 1-1 0 0,12 35 75 0 0,-12-35-72 0 0,0 1-1 0 0,0-1 0 0 0,0 1 0 0 0,0-1 1 0 0,0 1-1 0 0,-1-1 0 0 0,1 1 1 0 0,-1 0-1 0 0,0-1 0 0 0,0 1 0 0 0,0 0 1 0 0,0-1-1 0 0,0 1 0 0 0,-1 3 0 0 0,-1 2-9 0 0,3 0-18 0 0,-1-8 27 0 0,0 1-11 0 0,0-1 0 0 0,0 1-1 0 0,0-1 1 0 0,0 1 0 0 0,0-1 0 0 0,0 0-1 0 0,1 1 1 0 0,-1-1 0 0 0,0 1-1 0 0,0-1 1 0 0,1 1 0 0 0,-1-1-1 0 0,0 0 1 0 0,1 1 0 0 0,-1-1-1 0 0,0 1 1 0 0,1-1 0 0 0,-1 0 0 0 0,0 0-1 0 0,1 1 1 0 0,-1-1 0 0 0,1 0-1 0 0,-1 0 1 0 0,1 1 0 0 0,-1-1-1 0 0,0 0 1 0 0,1 0 0 0 0,-1 0 0 0 0,1 0-1 0 0,-1 0 1 0 0,1 1 0 0 0,-1-1-1 0 0,1 0 1 0 0,-1 0 0 0 0,1 0-1 0 0,0-1 1 0 0,7 4-16 0 0,-6-2 14 0 0,1 0-1 0 0,-1 0 1 0 0,1 0 0 0 0,-1 0 0 0 0,1-1 0 0 0,-1 1 0 0 0,1-1 0 0 0,0 1-1 0 0,-1-1 1 0 0,4 0 0 0 0,4-14-163 0 0,11-20 221 0 0,-16 26 29 0 0,2-5 292 0 0,11-21-349 0 0,-13 26 178 0 0,-3 7 5 0 0,3 2 201 0 0,5 11-214 0 0,14 23-199 0 0,9 15-1466 0 0,-28-43 680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49:50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104 138 4249 0 0,'-14'-43'1582'0'0,"9"28"-194"0"0,0 0 1 0 0,1 0 0 0 0,0-1 0 0 0,-1-18 0 0 0,-4 168-1485 0 0,-29 145 1 0 0,26-241 478 0 0,8-29-334 0 0,0-2 538 0 0,15-9-179 0 0,21-9-361 0 0,-28 10-45 0 0,-1 0 0 0 0,0 0 0 0 0,1 0 0 0 0,-1-1 0 0 0,0 1 0 0 0,0-1 0 0 0,0 1 0 0 0,0-1-1 0 0,0 0 1 0 0,-1-1 0 0 0,4-2 0 0 0,2-2-16 0 0,44-27-279 0 0,-12 7-1274 0 0,71-37 0 0 0,-76 50-287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01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83 150 4297 0 0,'0'0'745'0'0,"-2"-13"4807"0"0,-1 3-5167 0 0,1 1-217 0 0,0 2 138 0 0,1-3 328 0 0,1 3 44 0 0,-2-2 160 0 0,-1-3-509 0 0,-1-8 161 0 0,4 20-490 0 0,-3-9 1859 0 0,3 8-1302 0 0,2-9 241 0 0,3-23 1637 0 0,-18 68-2129 0 0,0 0 0 0 0,3 1 0 0 0,-10 56 0 0 0,15-52 430 0 0,-1 64 1 0 0,9-95-620 0 0,11 24-62 0 0,-10-25-22 0 0,7-5 34 0 0,-3 1-75 0 0,-5-3-4 0 0,0 0 1 0 0,-1 1 0 0 0,1-1 0 0 0,0 0-1 0 0,0 0 1 0 0,0-1 0 0 0,0 1-1 0 0,0-1 1 0 0,0 1 0 0 0,4-1 0 0 0,-5 0-6 0 0,-1 0 0 0 0,1 0 0 0 0,0 0 0 0 0,0 0 0 0 0,0-1 0 0 0,0 1 0 0 0,0 0 0 0 0,0-1 0 0 0,0 0 0 0 0,-1 1 0 0 0,1-1 0 0 0,0 0 0 0 0,2-1 0 0 0,-3 1-20 0 0,1 0-1 0 0,0 0 0 0 0,-1 0 0 0 0,1 0 0 0 0,0 1 0 0 0,0-1 0 0 0,0 0 0 0 0,0 1 0 0 0,-1 0 0 0 0,1-1 0 0 0,0 1 0 0 0,0 0 0 0 0,3 0 0 0 0,3-5-384 0 0,2 0 223 0 0,-4 2-56 0 0,-1 0 0 0 0,-1 0 1 0 0,1 0-1 0 0,0-1 0 0 0,-1 0 1 0 0,6-5-1 0 0,79-69-5290 0 0,-58 55 2800 0 0,-21 17 2072 0 0,-3 1-1561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02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2 160 7322 0 0,'-1'1'6700'0'0,"2"-13"-5781"0"0,8-21-690 0 0,-8 31-153 0 0,4-7 138 0 0,0 6-205 0 0,42-26-580 0 0,49-35-4268 0 0,-79 55 2486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02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58 5825 0 0,'-27'0'556'0'0,"-9"-1"7085"0"0,36 1-7589 0 0,0 0 0 0 0,0 0 0 0 0,0 0 0 0 0,0 0 0 0 0,0 0 0 0 0,0-1 0 0 0,0 1 0 0 0,0 0 0 0 0,0 0 1 0 0,0 0-1 0 0,0 0 0 0 0,0 0 0 0 0,0 0 0 0 0,0-1 0 0 0,0 1 0 0 0,0 0 0 0 0,0 0 0 0 0,0 0 0 0 0,0 0 0 0 0,0 0 1 0 0,0 0-1 0 0,0-1 0 0 0,0 1 0 0 0,0 0 0 0 0,0 0 0 0 0,0 0 0 0 0,0 0 0 0 0,0 0 0 0 0,0 0 0 0 0,0 0 0 0 0,0-1 1 0 0,0 1-1 0 0,0 0 0 0 0,1 0 0 0 0,-1 0 0 0 0,0 0 0 0 0,0 0 0 0 0,0 0 0 0 0,0 0 0 0 0,0 0 0 0 0,0 0 0 0 0,0 0 1 0 0,1-1-1 0 0,-1 1 0 0 0,0 0 0 0 0,0 0 0 0 0,0 0 0 0 0,0 0 0 0 0,0 0 0 0 0,0 0 0 0 0,1 0 0 0 0,-1 0 0 0 0,0 0 1 0 0,0 0-1 0 0,0 0 0 0 0,0 0 0 0 0,0 0 0 0 0,24-10-289 0 0,6 1-1019 0 0,1 2-1 0 0,0 0 0 0 0,55-3 0 0 0,-57 7-300 0 0,10-2-1495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02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0 5897 0 0,'0'0'4937'0'0,"-12"7"-2295"0"0,2-1-2529 0 0,6-4-59 0 0,1 0 1 0 0,-1 0-1 0 0,1 0 0 0 0,-1 1 0 0 0,1 0 0 0 0,0-1 0 0 0,0 1 1 0 0,0 0-1 0 0,-4 6 0 0 0,-37 46 293 0 0,-41 66 1 0 0,14 8-7418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02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7802 0 0,'0'0'6134'0'0,"3"9"-5412"0"0,14 39-646 0 0,-1-14-115 0 0,7 8-964 0 0,-16-32 826 0 0,-2 0-1574 0 0,7-1-152 0 0,23 19 472 0 0,-26-21-662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03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49 224 3433 0 0,'0'0'6823'0'0,"1"11"-5138"0"0,7 46-689 0 0,3 1-659 0 0,1-7 105 0 0,4 8-195 0 0,4 31-100 0 0,-18-81 86 0 0,-15-19 382 0 0,-27-29-99 0 0,38 36-457 0 0,-1 0-1 0 0,1 1 1 0 0,0-2-1 0 0,0 1 1 0 0,0 0 0 0 0,0 0-1 0 0,0-1 1 0 0,1 1-1 0 0,-2-7 1 0 0,-2-2 71 0 0,-2-1 49 0 0,1-1-1 0 0,0 0 1 0 0,2 1-1 0 0,-1-2 1 0 0,2 1-1 0 0,0 0 0 0 0,0-1 1 0 0,1 1-1 0 0,1-1 1 0 0,1-23-1 0 0,1 30-175 0 0,1 0 0 0 0,-1 0 1 0 0,1 0-1 0 0,1 0 0 0 0,-1 0 0 0 0,1 0 0 0 0,1 1 0 0 0,-1-1 0 0 0,1 1 0 0 0,1 0 0 0 0,-1 0 0 0 0,1 0 0 0 0,0 1 0 0 0,1 0 0 0 0,-1 0 0 0 0,1 0 0 0 0,1 1 0 0 0,-1-1 0 0 0,10-5 1 0 0,-8 5-55 0 0,-7 4 25 0 0,1 1 0 0 0,0-1 0 0 0,0 1-1 0 0,0-1 1 0 0,0 1 0 0 0,0-1 0 0 0,0 1 0 0 0,0 0 0 0 0,0 0-1 0 0,1 0 1 0 0,-1 0 0 0 0,0 0 0 0 0,1 1 0 0 0,-1-1-1 0 0,1 1 1 0 0,-1-1 0 0 0,0 1 0 0 0,1 0 0 0 0,-1 0 0 0 0,4 1-1 0 0,26 8-66 0 0,-24-7-27 0 0,-6 17-186 0 0,-1-16 283 0 0,-1-1 1 0 0,1 1-1 0 0,-1-1 0 0 0,0 1 1 0 0,0-1-1 0 0,0 1 1 0 0,0-1-1 0 0,-1 1 0 0 0,1-1 1 0 0,-1 1-1 0 0,1-1 0 0 0,-1 1 1 0 0,0-1-1 0 0,-1 3 1 0 0,0 6-5 0 0,1-6 9 0 0,0 0 0 0 0,-1 0 0 0 0,1 0 1 0 0,-1-1-1 0 0,-4 9 0 0 0,-17 22 95 0 0,14-24-74 0 0,3-3 4 0 0,7-7-9 0 0,0 0 16 0 0,0-1 0 0 0,-1 1-1 0 0,1-1 1 0 0,0 1 0 0 0,0-1 0 0 0,0 0 0 0 0,0 1 0 0 0,0-1 0 0 0,0 0 0 0 0,0 0-1 0 0,0 1 1 0 0,0-1 0 0 0,0 0 0 0 0,0 0 0 0 0,0 0 0 0 0,0 0 0 0 0,0 0 0 0 0,0 0 0 0 0,0-1-1 0 0,0 1 1 0 0,0 0 0 0 0,0 0 0 0 0,0-1 0 0 0,-1 1 0 0 0,1-1 0 0 0,0 1 0 0 0,2-2-1 0 0,21-4 86 0 0,-16 2 12 0 0,2-1-71 0 0,-5 3-3 0 0,0-1 0 0 0,-1 1 0 0 0,1-1 0 0 0,-1 0 0 0 0,1-1 0 0 0,5-5 0 0 0,40-32 257 0 0,46-43 333 0 0,-59 39-411 0 0,-34 41-190 0 0,1 1-1 0 0,-1-1 1 0 0,0 0-1 0 0,-1 0 1 0 0,1 0 0 0 0,-1 0-1 0 0,1 0 1 0 0,2-9-1 0 0,-1 2-19 0 0,0 3 12 0 0,-6 8-47 0 0,0 0 6 0 0,0 0 0 0 0,0 0 0 0 0,0 0 0 0 0,0-1-1 0 0,0 1 1 0 0,0 0 0 0 0,0-1 0 0 0,0 0 0 0 0,1 0 0 0 0,-3 0-1 0 0,2 0 9 0 0,0 0-1 0 0,1 0 1 0 0,-1 0-1 0 0,0 1 0 0 0,0-1 1 0 0,0 1-1 0 0,0 0 0 0 0,0-1 1 0 0,0 1-1 0 0,0 0 1 0 0,-2 0-1 0 0,-7 7-195 0 0,1-1 182 0 0,5-3 6 0 0,1-1 0 0 0,-1 1 0 0 0,1 0 0 0 0,0 0 0 0 0,0 0 0 0 0,-4 5 0 0 0,-31 45-120 0 0,36-51 138 0 0,1 1-1 0 0,0-1 1 0 0,0 1 0 0 0,0 0-1 0 0,1 0 1 0 0,-1-1 0 0 0,1 1 0 0 0,-1 0-1 0 0,-1 6 1 0 0,0 0-6 0 0,0-3-37 0 0,1 0 8 0 0,2 0 20 0 0,-3 37-82 0 0,7-35 101 0 0,13 22 2 0 0,-14-23 7 0 0,-1-5 9 0 0,10-1-8 0 0,-2 2-8 0 0,-6-1 0 0 0,0-1 0 0 0,0 0 1 0 0,1 0-1 0 0,-1 0 0 0 0,0-1 0 0 0,0 1 0 0 0,6-1 0 0 0,0-3 14 0 0,40-11 21 0 0,-54 15-34 0 0,6-2 3 0 0,9-9 23 0 0,23-19-7 0 0,-30 26-9 0 0,0 0-1 0 0,0 0 1 0 0,0-1 0 0 0,-1 1-1 0 0,0-1 1 0 0,1 0-1 0 0,-1 0 1 0 0,3-7 0 0 0,1 1-2 0 0,-3 6 8 0 0,-1-1 1 0 0,1 1-1 0 0,-1-1 0 0 0,0 0 1 0 0,0 0-1 0 0,4-9 0 0 0,-2 3-2 0 0,20-39 84 0 0,-21 41-186 0 0,-2 5 47 0 0,0 10 38 0 0,1 0 8 0 0,10 29 11 0 0,-9-25-77 0 0,-4-9 41 0 0,0 9-53 0 0,3 48-452 0 0,-1-25 328 0 0,-1-24-24 0 0,-1-8-568 0 0,0-1 675 0 0,0 1 0 0 0,0-1 0 0 0,0 1 0 0 0,0 0 0 0 0,1-1 0 0 0,-1 1 0 0 0,0-1 0 0 0,0 1 0 0 0,1-1 0 0 0,-1 1 0 0 0,0-1 0 0 0,1 1 0 0 0,-1-1 0 0 0,0 1 0 0 0,1-1 0 0 0,-1 0 0 0 0,1 1 0 0 0,-1-1 0 0 0,1 0 0 0 0,-1 1 0 0 0,1-1 0 0 0,-1 0 0 0 0,1 1 0 0 0,-1-1 0 0 0,1 0 0 0 0,-1 0 0 0 0,1 0 0 0 0,-1 1 0 0 0,1-1 0 0 0,0 0 0 0 0,31 13-454 0 0,-24-9 47 0 0,2-14-379 0 0,23-17 818 0 0,-29 23 214 0 0,1 1 0 0 0,-1-1 0 0 0,1 0 1 0 0,-1-1-1 0 0,0 1 0 0 0,-1-1 0 0 0,6-7 1 0 0,-1 1 32 0 0,-2 3 2530 0 0,-4 18-2160 0 0,18 70-1625 0 0,-18-72 367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03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70 4633 0 0,'-49'-59'4202'0'0,"47"57"-3408"0"0,-6-4 1810 0 0,2 4-3334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04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36 116 7042 0 0,'0'0'5729'0'0,"0"1"-5528"0"0,0 0 0 0 0,0 0-1 0 0,1-1 1 0 0,-1 1 0 0 0,0 0 0 0 0,1 0 0 0 0,-1 0 0 0 0,0 0 0 0 0,1 0 0 0 0,0-1 0 0 0,-1 1-1 0 0,1 0 1 0 0,-1 0 0 0 0,1-1 0 0 0,0 1 0 0 0,-1 0 0 0 0,1-1 0 0 0,0 1 0 0 0,0-1 0 0 0,0 1 0 0 0,-1-1-1 0 0,1 1 1 0 0,0-1 0 0 0,2 1 0 0 0,27 9-89 0 0,-23-7-40 0 0,4-15 160 0 0,15-21-141 0 0,-19 24 33 0 0,-7-4 327 0 0,5-31-143 0 0,-5 43-273 0 0,-5-3-4 0 0,-1-1-19 0 0,-24-16 0 0 0,22 16-37 0 0,-2 8-98 0 0,2 0 110 0 0,5-1 6 0 0,1-1 0 0 0,-1 0 1 0 0,0 0-1 0 0,1 0 1 0 0,-1 0-1 0 0,0 0 0 0 0,0-1 1 0 0,1 1-1 0 0,-7-1 0 0 0,0 13-71 0 0,-12 22 28 0 0,14-25-49 0 0,7-9 80 0 0,1 8-3 0 0,0 35-20 0 0,3-35 18 0 0,9 22-31 0 0,-10-20-29 0 0,-2-11 56 0 0,9 7-11 0 0,25 20 21 0 0,-26-20-33 0 0,-7-6 30 0 0,6-1-3 0 0,1 2 19 0 0,22 2-82 0 0,-28-4 89 0 0,0 0 0 0 0,0 0 0 0 0,0-1 0 0 0,0 1 0 0 0,0-1 0 0 0,0 0 0 0 0,0 0 1 0 0,5-2-1 0 0,0 0 3 0 0,1 1 71 0 0,-7 0-25 0 0,4-8-28 0 0,18-22 9 0 0,-22 29-18 0 0,0 1 0 0 0,0-1 0 0 0,0 0 0 0 0,-1 1 0 0 0,1-1 0 0 0,0 0 0 0 0,-1 0 0 0 0,0 0 0 0 0,0 0 0 0 0,0 0 0 0 0,1-6 0 0 0,0 0 12 0 0,11-32 79 0 0,-11 30-106 0 0,0 3-9 0 0,6-7-114 0 0,-6 15 121 0 0,2 8-50 0 0,-2-3 40 0 0,11 30-12 0 0,-12-32 10 0 0,1 1 0 0 0,-1-1 1 0 0,0 0-1 0 0,0 0 0 0 0,0 0 1 0 0,-1 1-1 0 0,1-1 1 0 0,-1 1-1 0 0,1-1 0 0 0,-2 7 1 0 0,1 0 1 0 0,1-3-35 0 0,1-6 86 0 0,-1-2 39 0 0,8-8 4 0 0,21-18-26 0 0,-22 20 21 0 0,0-6 221 0 0,16-18-293 0 0,-18 24 330 0 0,-5 7-324 0 0,0 0-1 0 0,0 0 1 0 0,-1 0 0 0 0,1 0-1 0 0,0 0 1 0 0,-1 0 0 0 0,1 0 0 0 0,0 1-1 0 0,-1-1 1 0 0,1 0 0 0 0,0 0 0 0 0,-1 1-1 0 0,1-1 1 0 0,0 0 0 0 0,-1 1 0 0 0,1-1-1 0 0,-1 1 1 0 0,1-1 0 0 0,-1 1 0 0 0,1-1-1 0 0,-1 1 1 0 0,1-1 0 0 0,-1 1-1 0 0,0 0 1 0 0,1-1 0 0 0,-1 1 0 0 0,0-1-1 0 0,1 1 1 0 0,-1 1 0 0 0,20 28-148 0 0,-16-23-139 0 0,9 3-5353 0 0,21 5 4256 0 0,-26-11-57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04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36 4745 0 0,'1'-2'9271'0'0,"-13"-8"-7521"0"0,-21-9-1299 0 0,25 14-84 0 0,-3 12 546 0 0,-20 15-733 0 0,24-17 70 0 0,5-3-143 0 0,0 7 6 0 0,-13 25 27 0 0,1 3 126 0 0,12-28-239 0 0,-1 0 23 0 0,3-8-52 0 0,2 9-11 0 0,4 36-43 0 0,7-38-128 0 0,23 9 68 0 0,-29-14-66 0 0,-2-1 25 0 0,1-4 70 0 0,3 3 1 0 0,-6 0 45 0 0,0-1 0 0 0,0 0-1 0 0,0 0 1 0 0,0 0 0 0 0,0 0-1 0 0,0 0 1 0 0,-1-1 0 0 0,1 0-1 0 0,0 1 1 0 0,0-1 0 0 0,0 0 0 0 0,3-2-1 0 0,30-9-7 0 0,-32 11 46 0 0,0 0 0 0 0,-1 0 0 0 0,1-1 0 0 0,-1 1 1 0 0,0-1-1 0 0,1 1 0 0 0,-1-1 0 0 0,0 0 0 0 0,0-1 0 0 0,4-3 0 0 0,1 0-2 0 0,-3 3 4 0 0,1 0 1 0 0,-1-1-1 0 0,0 0 0 0 0,0 1 1 0 0,-1-1-1 0 0,6-6 1 0 0,-2 1 13 0 0,0 3 58 0 0,-6 4-43 0 0,1-6-4 0 0,11-24 36 0 0,-11 24 156 0 0,-14 6 1529 0 0,-31-1-978 0 0,33 15-108 0 0,-19 26-508 0 0,19-29 18 0 0,3 34-137 0 0,4-35-39 0 0,3-5-75 0 0,7 5-18 0 0,19 25-71 0 0,-25-31 18 0 0,7 5-365 0 0,-2-7 320 0 0,12 2-683 0 0,0-2 0 0 0,0 0 0 0 0,1 0 0 0 0,-1-2 0 0 0,20-4 0 0 0,-8 0-2729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05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2 9690 0 0,'1'-2'6840'0'0,"-10"13"-6368"0"0,-31 41-254 0 0,-5 6 200 0 0,4-7 208 0 0,9-15-482 0 0,24-27 9 0 0,-9 14 2547 0 0,17-20-2678 0 0,0 0 1 0 0,0-1 0 0 0,1 1-1 0 0,-1-1 1 0 0,1 1 0 0 0,0 0-1 0 0,0-1 1 0 0,0 0 0 0 0,0 1-1 0 0,0-1 1 0 0,2 3 0 0 0,0 2-2 0 0,0 1 28 0 0,8 2-79 0 0,21 17 2 0 0,-28-23-52 0 0,0 0 1 0 0,0 0 0 0 0,0-1-1 0 0,1 0 1 0 0,0 0 0 0 0,-1 0 0 0 0,1-1-1 0 0,6 3 1 0 0,1 1-84 0 0,-9-4-82 0 0,1 0 0 0 0,-1 0-1 0 0,1 0 1 0 0,0 0-1 0 0,-1 0 1 0 0,1-1 0 0 0,0 0-1 0 0,0 0 1 0 0,0 0-1 0 0,4 1 1 0 0,3-1-218 0 0,13 6-3834 0 0,-9-5 3304 0 0,-6-1 17 0 0,-2 0-2534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06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96 8234 0 0,'-2'-1'8080'0'0,"15"-13"-7325"0"0,26-18-619 0 0,-32 25-64 0 0,-2 4-30 0 0,2 1-27 0 0,27-10 13 0 0,21-5-124 0 0,-51 16-38 0 0,0-1-1 0 0,0 1 0 0 0,0 0 1 0 0,0 0-1 0 0,1 0 0 0 0,-1 1 0 0 0,0-1 1 0 0,7 1-1 0 0,6 1-2743 0 0,23 1-476 0 0,-33-2 974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06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6057 0 0,'0'0'1915'0'0,"-2"12"3016"0"0,-1-3-4736 0 0,2-6-26 0 0,-1 0 1 0 0,2 0-1 0 0,-1 0 1 0 0,0 1-1 0 0,0-1 1 0 0,1 0-1 0 0,0 0 1 0 0,0 5-1 0 0,0-6-138 0 0,0 1-1 0 0,0 0 1 0 0,1-1 0 0 0,-1 1-1 0 0,1 0 1 0 0,0-1-1 0 0,-1 1 1 0 0,1 0 0 0 0,1-1-1 0 0,1 4 1 0 0,0 1 23 0 0,-1 1 301 0 0,16 2-843 0 0,-14-10 520 0 0,-1 0 1 0 0,1 0-1 0 0,0 0 1 0 0,-1 1 0 0 0,1 0-1 0 0,0 0 1 0 0,5 2 0 0 0,0 0-18 0 0,-1-1 5 0 0,3 0 164 0 0,20 6-152 0 0,-23-6 1 0 0,2 10-126 0 0,16 23 102 0 0,-18-26 69 0 0,-8-7-51 0 0,1 8 39 0 0,2 1-26 0 0,-2-7-5 0 0,1-1-1 0 0,-1 1 0 0 0,-1 0 0 0 0,1 0 0 0 0,-1-1 0 0 0,1 1 0 0 0,-1 0 0 0 0,0 0 1 0 0,0 0-1 0 0,-2 7 0 0 0,-2 34 903 0 0,0-37-527 0 0,0 1-231 0 0,3-6-19 0 0,0 0 0 0 0,-1 0 0 0 0,1 0 1 0 0,-1 0-1 0 0,1 0 0 0 0,-1 0 1 0 0,0-1-1 0 0,0 1 0 0 0,-3 2 0 0 0,-41 35 669 0 0,41-36-644 0 0,1 1 0 0 0,-1-1 0 0 0,-1 0 1 0 0,1-1-1 0 0,0 1 0 0 0,-12 4 0 0 0,4-1-65 0 0,-36 19 612 0 0,70-28-8831 0 0,-18 1 7219 0 0,5-1-1477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08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48 11739 0 0,'0'0'628'0'0,"0"-6"3216"0"0,-5 14-2218 0 0,-11 28-1623 0 0,11-26-12 0 0,5-10 12 0 0,0 11-13 0 0,-6 32-118 0 0,18-41 101 0 0,-4 1 31 0 0,-6-1-9 0 0,1-1 0 0 0,0 0 0 0 0,0-1 0 0 0,-1 1 0 0 0,1 0 0 0 0,0-1 0 0 0,0 0 0 0 0,4 1 0 0 0,4-9-14 0 0,19-13 50 0 0,-22 16 23 0 0,7-5 78 0 0,15-1-61 0 0,-25 10-53 0 0,-6 1-17 0 0,1 0-1 0 0,0 0 1 0 0,0 0 0 0 0,0 0 0 0 0,0 0-1 0 0,0 0 1 0 0,0 1 0 0 0,0-1 0 0 0,0 0 0 0 0,0 0-1 0 0,0 0 1 0 0,0 0 0 0 0,1 0 0 0 0,-1 0 0 0 0,0 0-1 0 0,0 0 1 0 0,0 1 0 0 0,0-1 0 0 0,0 0-1 0 0,0 0 1 0 0,0 0 0 0 0,0 0 0 0 0,0 0 0 0 0,0 0-1 0 0,0 0 1 0 0,0 0 0 0 0,0 0 0 0 0,0 0-1 0 0,0 0 1 0 0,1 0 0 0 0,-1 0 0 0 0,0 1 0 0 0,0-1-1 0 0,0 0 1 0 0,0 0 0 0 0,0 0 0 0 0,0 0-1 0 0,0 0 1 0 0,0 0 0 0 0,1 0 0 0 0,-1 0 0 0 0,0 0-1 0 0,0 0 1 0 0,0 0 0 0 0,0 0 0 0 0,0 0 0 0 0,0 0-1 0 0,0 0 1 0 0,0 0 0 0 0,1 0 0 0 0,-1 0-1 0 0,0 0 1 0 0,0-1 0 0 0,0 1 0 0 0,0 0 0 0 0,0 0-1 0 0,0 0 1 0 0,0 0 0 0 0,0 0 0 0 0,0 0-1 0 0,0 0 1 0 0,0 0 0 0 0,1 0 0 0 0,-1 0 0 0 0,0 0-1 0 0,0 0 1 0 0,0-1 0 0 0,1 11 7 0 0,2-1-7 0 0,-1-5-5 0 0,-1 1 0 0 0,0-1 0 0 0,0 0 1 0 0,0 0-1 0 0,-1 0 0 0 0,0 1 0 0 0,0 7 1 0 0,0-11 4 0 0,2 53-136 0 0,-10 99-1 0 0,5-135 184 0 0,0-1 1 0 0,-1 0-1 0 0,0-1 1 0 0,-2 1-1 0 0,0-1 1 0 0,0 0 0 0 0,-2 0-1 0 0,0-1 1 0 0,0 0-1 0 0,-15 18 1 0 0,9-22 1232 0 0,-16 9-1091 0 0,23-14-6 0 0,10-17-159 0 0,9-22-45 0 0,-10 28 12 0 0,1-2-6 0 0,2 1 5 0 0,21-28-12 0 0,2 1 0 0 0,38-36 1 0 0,8 4 182 0 0,105-120 1 0 0,-148 150 109 0 0,-22 27-212 0 0,0-1 1 0 0,-1-1 0 0 0,0 1-1 0 0,-1-1 1 0 0,0-1-1 0 0,6-13 1 0 0,-12 22 54 0 0,0-5 214 0 0,-15 0-107 0 0,-23-8-176 0 0,29 11 25 0 0,3 5-17 0 0,-4 6-17 0 0,-4 1-12 0 0,8-5 10 0 0,-1 0 0 0 0,0 1-1 0 0,1 0 1 0 0,0 0 0 0 0,0 0 0 0 0,0 1 0 0 0,-6 7 0 0 0,-1-2-8 0 0,7-6-11 0 0,0 0-1 0 0,1 1 1 0 0,-1 0 0 0 0,1-1 0 0 0,-1 1-1 0 0,2 1 1 0 0,-6 8 0 0 0,-15 21 23 0 0,20-29-4 0 0,1-1-18 0 0,3 2-17 0 0,-7 26-4 0 0,6-25-16 0 0,1-5-305 0 0,11 7-172 0 0,26 19 109 0 0,-34-27 153 0 0,6 3-348 0 0,-3-7 381 0 0,19-3-875 0 0,0-1 1 0 0,-1-1-1 0 0,1-2 0 0 0,-2 0 1 0 0,1-1-1 0 0,-1-2 1 0 0,-1 0-1 0 0,0-1 0 0 0,23-19 1 0 0,-31 18 2117 0 0,1 0 1 0 0,17-24-1 0 0,-26 26 4871 0 0,-20-3-5250 0 0,-17-5-644 0 0,23 15 34 0 0,-4 16-98 0 0,-12 19 15 0 0,18-22-47 0 0,5-7 34 0 0,0 9-31 0 0,-2 1 43 0 0,2-7-22 0 0,0-1-1 0 0,0 1 1 0 0,0 0 0 0 0,0 0-1 0 0,0 1 1 0 0,1-1-1 0 0,0 5 1 0 0,11 2-103 0 0,19 15 157 0 0,-24-21 7 0 0,-6-5-7 0 0,0 0 1 0 0,0 1-1 0 0,0-1 0 0 0,0 0 0 0 0,0 0 1 0 0,0 0-1 0 0,0 0 0 0 0,0 0 0 0 0,0 0 0 0 0,0 0 1 0 0,0 0-1 0 0,0 1 0 0 0,1-1 0 0 0,-1 0 1 0 0,0 0-1 0 0,0 0 0 0 0,0 0 0 0 0,0 0 1 0 0,0 0-1 0 0,0 0 0 0 0,0 0 0 0 0,0 0 0 0 0,0 0 1 0 0,1 0-1 0 0,-1 0 0 0 0,0 0 0 0 0,0 0 1 0 0,0 1-1 0 0,0-1 0 0 0,0 0 0 0 0,0 0 1 0 0,0 0-1 0 0,1 0 0 0 0,-1 0 0 0 0,0 0 1 0 0,0 0-1 0 0,0 0 0 0 0,0-1 0 0 0,0 1 0 0 0,0 0 1 0 0,0 0-1 0 0,1 0 0 0 0,-1 0 0 0 0,0 0 1 0 0,0 0-1 0 0,0 0 0 0 0,0 0 0 0 0,0 0 1 0 0,0 0-1 0 0,0 0 0 0 0,0 0 0 0 0,1 0 1 0 0,-1 0-1 0 0,0-1 0 0 0,0 1 0 0 0,8-7 20 0 0,26-13-6 0 0,-26 15 28 0 0,4-6 210 0 0,20-23-210 0 0,-24 26-2 0 0,-4-3 155 0 0,11-21-144 0 0,-12 24 57 0 0,-5 46 1189 0 0,1-28-1299 0 0,0-13-1 0 0,9 45 10 0 0,-7-33 20 0 0,2-4-93 0 0,8 3 54 0 0,20 18-4 0 0,-24-19 19 0 0,4-19 142 0 0,16-18-92 0 0,-20 22 23 0 0,-6 7-45 0 0,2-8-7 0 0,13-21 4 0 0,6-20 47 0 0,-18 39-73 0 0,-2 9 12 0 0,9-5 15 0 0,22-14 16 0 0,-24 15 291 0 0,-9 8-317 0 0,0 0-1 0 0,0-1 1 0 0,0 1-1 0 0,0 0 1 0 0,0 0-1 0 0,1-1 0 0 0,-1 1 1 0 0,1 0-1 0 0,-1-1 1 0 0,1 1-1 0 0,-1-1 0 0 0,1 1 1 0 0,2 2-1 0 0,-3-3-10 0 0,1 1 0 0 0,0-1-1 0 0,0 1 1 0 0,0-1 0 0 0,-1 1-1 0 0,1 0 1 0 0,-1-1 0 0 0,1 1-1 0 0,-1 0 1 0 0,0-1 0 0 0,0 1 0 0 0,0 0-1 0 0,0 2 1 0 0,-5 25 27 0 0,4-26-138 0 0,0 0-1 0 0,1 0 1 0 0,-1 0-1 0 0,0 0 1 0 0,1 0-1 0 0,0 0 1 0 0,-1 0-1 0 0,1 4 1 0 0,8 3-1663 0 0,19 23 144 0 0,-20-25-471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08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11723 0 0,'0'0'7228'0'0,"-12"10"-7176"0"0,-19 19-58 0 0,-22 15 153 0 0,45-37-90 0 0,7-5-54 0 0,2 0 1 0 0,-1 0-1 0 0,0 0 0 0 0,0 0 0 0 0,1 0 0 0 0,-1-1 0 0 0,1 1 0 0 0,-1 0 0 0 0,1 0 0 0 0,0 0 0 0 0,0-1 0 0 0,0 1 0 0 0,0-1 0 0 0,0 1 0 0 0,0 0 0 0 0,0-1 0 0 0,0 0 0 0 0,1 1 0 0 0,-1-1 0 0 0,1 0 0 0 0,-1 0 0 0 0,1 0 0 0 0,-1 0 0 0 0,1 0 1 0 0,0 0-1 0 0,2 1 0 0 0,6 4 2 0 0,-7-3-5 0 0,0 0-1 0 0,1 0 0 0 0,-1-1 0 0 0,1 0 0 0 0,0 1 0 0 0,0-1 1 0 0,0-1-1 0 0,0 1 0 0 0,7 1 0 0 0,0 1 5 0 0,-3 0 243 0 0,-16 9 349 0 0,-23 19-668 0 0,26-27-313 0 0,-1 0-253 0 0,-2-2 292 0 0,-35 17-884 0 0,15-9-1032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20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76 7930 0 0,'-19'-3'4790'0'0,"-1"-6"-4756"0"0,12 5 384 0 0,-1 0 2053 0 0,9 4-2260 0 0,-1 0 87 0 0,1 0-143 0 0,-1 0 50 0 0,0-1 77 0 0,0-1 52 0 0,0 1-106 0 0,0 1-82 0 0,0-3 323 0 0,10-7-307 0 0,23-15-126 0 0,-28 22-7 0 0,4-1-5 0 0,-1 4-25 0 0,6-3-2 0 0,37-1-95 0 0,-2 4 34 0 0,-45 0 67 0 0,0 1-1 0 0,1-1 1 0 0,-1 1 0 0 0,0-1-1 0 0,0 1 1 0 0,0 0 0 0 0,1 0 0 0 0,-1 0-1 0 0,0 0 1 0 0,5 4 0 0 0,-1-2 2 0 0,1 9 43 0 0,15 28 18 0 0,-19-34-13 0 0,-1 3 18 0 0,-5-1-33 0 0,0 8 114 0 0,-1 1 0 0 0,0 0 1 0 0,-1 0-1 0 0,-1-1 0 0 0,-1 0 1 0 0,0 0-1 0 0,-16 27 1 0 0,-3-5 369 0 0,-3-2 1 0 0,-1-1-1 0 0,-39 36 1 0 0,-44 54 549 0 0,103-115-1030 0 0,6-7-30 0 0,0 1 1 0 0,1-1 0 0 0,-1 1-1 0 0,1 0 1 0 0,-1-1 0 0 0,1 1-1 0 0,0 0 1 0 0,1 0 0 0 0,-1 1-1 0 0,1-1 1 0 0,0 0 0 0 0,-2 9-1 0 0,2-9-21 0 0,6 1-213 0 0,4 0 124 0 0,1 1 42 0 0,-6-3 33 0 0,-1-1 0 0 0,1 1 0 0 0,0-1-1 0 0,0 0 1 0 0,0 0 0 0 0,1 0 0 0 0,-1 0 0 0 0,0-1-1 0 0,1 0 1 0 0,-1 0 0 0 0,1 0 0 0 0,-1 0 0 0 0,1-1-1 0 0,-1 0 1 0 0,6 0 0 0 0,24-6-853 0 0,0-1 0 0 0,0-1 0 0 0,63-26 0 0 0,-35 12-1298 0 0,-21 8-47 0 0,-1-1-1260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21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3 131 10610 0 0,'-3'0'3820'0'0,"14"-3"-2285"0"0,42-12-1403 0 0,29-18 132 0 0,44-22 159 0 0,-80 34-259 0 0,-38 18 242 0 0,-10 12 62 0 0,-66 225 1368 0 0,12-46-1082 0 0,34-112-541 0 0,5-14-351 0 0,-11 66 1 0 0,27-118-6654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21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35 10722 0 0,'-5'0'3333'0'0,"14"0"-867"0"0,26 0-3052 0 0,-1-2 1 0 0,65-12-1 0 0,-34 1-2880 0 0,-36 7 362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21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10258 0 0,'0'0'2697'0'0,"0"2"-2361"0"0,0-1 56 0 0,-5 45 8 0 0,5-45-264 0 0,0 0-40 0 0,0 54-104 0 0,0-54-88 0 0,-1 48-192 0 0,1 1-7002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22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83 7698 0 0,'-11'0'880'0'0,"-7"0"5840"0"0,27-1-6423 0 0,-1 2-241 0 0,-6-1-34 0 0,1 0 0 0 0,-1 1-1 0 0,1-1 1 0 0,-1 0-1 0 0,1-1 1 0 0,-1 1 0 0 0,1 0-1 0 0,-1-1 1 0 0,0 1-1 0 0,1-1 1 0 0,-1 0 0 0 0,0 0-1 0 0,1 0 1 0 0,3-2-1 0 0,27-12 75 0 0,17-7 106 0 0,-2-1-166 0 0,-45 22 5 0 0,0-1 1 0 0,1 1-1 0 0,-1-1 1 0 0,0 1-1 0 0,0 0 1 0 0,1 0-1 0 0,-1 0 1 0 0,1 0-1 0 0,-1 1 1 0 0,4-1-1 0 0,3 0 50 0 0,-2 0 229 0 0,-10 14 685 0 0,-30 133-28 0 0,9-50-526 0 0,-11 115 0 0 0,29-161-489 0 0,-2 10-1535 0 0,6-26-4016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22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6 117 10298 0 0,'-5'1'3493'0'0,"13"-5"-1226"0"0,169-53-3115 0 0,-56 10-3681 0 0,-97 37 1938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23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5 11290 0 0,'0'0'1723'0'0,"-3"-4"336"0"0,2 4-2024 0 0,1 0 0 0 0,-1 0-1 0 0,1 0 1 0 0,-1 0 0 0 0,1 0 0 0 0,-1 0 0 0 0,1 0 0 0 0,-1 1 0 0 0,1-1 0 0 0,-1 0 0 0 0,1 0 0 0 0,0 0 0 0 0,-1 1 0 0 0,1-1 0 0 0,-1 0 0 0 0,1 0 0 0 0,-1 1 0 0 0,1-1 0 0 0,0 0 0 0 0,-1 1 0 0 0,1-1 0 0 0,0 1 0 0 0,-1-1 0 0 0,1 0 0 0 0,0 1-1 0 0,-1 0 1 0 0,-6 11 60 0 0,0 1 0 0 0,0-1-1 0 0,1 1 1 0 0,1 1 0 0 0,0-1 0 0 0,1 1-1 0 0,0 0 1 0 0,-2 23 0 0 0,-54 452-62 0 0,59-480-141 0 0,16-18-1498 0 0,18-15 1572 0 0,-25 18 7 0 0,0-6 42 0 0,22-34-46 0 0,-33 50 37 0 0,4-7-4 0 0,11-9 50 0 0,21-21-68 0 0,23-18-123 0 0,-47 43 120 0 0,-7 6-29 0 0,8-2-43 0 0,24-15 13 0 0,-25 14-65 0 0,4 4-1138 0 0,17-5 1095 0 0,-22 4 45 0 0,-20 14-251 0 0,-21 14 467 0 0,24-18 235 0 0,8-8-172 0 0,-9 2 193 0 0,-29 11 119 0 0,-21 7 1509 0 0,9 2-314 0 0,44-18-1264 0 0,7 0-212 0 0,0-1-1 0 0,0 0 0 0 0,0 1 1 0 0,1-1-1 0 0,0 1 0 0 0,0-1 1 0 0,0 0-1 0 0,0 1 0 0 0,0-1 1 0 0,3 4-1 0 0,-1 0 5 0 0,-3-7-173 0 0,7 9 16 0 0,-1-8-12 0 0,45 12-46 0 0,10 5-140 0 0,95 32-1365 0 0,-50-4-4371 0 0,-87-37 3015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26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61 7226 0 0,'-5'0'8072'0'0,"18"-6"-7057"0"0,14-4-815 0 0,1 1-1 0 0,0 1 1 0 0,49-7 0 0 0,-16 8-65 0 0,78 2 0 0 0,-139 5-82 0 0,3 1 282 0 0,-8 12 196 0 0,-17 20-345 0 0,20-30-84 0 0,-4 4 99 0 0,0-4-139 0 0,-49 28 620 0 0,39-22-586 0 0,-1 0 60 0 0,0 1 0 0 0,1 1 0 0 0,-23 18 0 0 0,13-9-11 0 0,22-18-112 0 0,0 1-1 0 0,0-1 0 0 0,0 1 0 0 0,0 1 1 0 0,1-1-1 0 0,-1 0 0 0 0,1 1 1 0 0,-5 7-1 0 0,-24 26-12 0 0,24-29-27 0 0,7-6-4 0 0,-1 7 13 0 0,-8 22 26 0 0,7-23-32 0 0,16 6-262 0 0,35 31 101 0 0,-46-43 150 0 0,1 1 0 0 0,0-1-1 0 0,0 0 1 0 0,0 0 0 0 0,0 0 0 0 0,0 0 0 0 0,0-1-1 0 0,1 1 1 0 0,4 1 0 0 0,1 0-17 0 0,46 26-332 0 0,-13-2 75 0 0,-32-19 262 0 0,-3-4-8 0 0,-1 0-1 0 0,1 1 1 0 0,-1 0 0 0 0,9 10-1 0 0,-5-6 35 0 0,-3-2 43 0 0,-5-5 0 0 0,-3 8 49 0 0,5 21 41 0 0,-4-23 26 0 0,0-8 19 0 0,-16 18 118 0 0,11-13-205 0 0,0 0 0 0 0,0 0 1 0 0,0-1-1 0 0,-1 0 0 0 0,-9 6 0 0 0,-82 48 492 0 0,51-38-431 0 0,34-16-144 0 0,-37 16-61 0 0,33-15-1198 0 0,15-8 29 0 0,9-6 43 0 0,-1 0 983 0 0,-4 5 70 0 0,0 1 0 0 0,0-1 0 0 0,0 1 0 0 0,1 0-1 0 0,-1 0 1 0 0,1 1 0 0 0,-1-1 0 0 0,1 1 0 0 0,4-3 0 0 0,58-40-2668 0 0,8-9-3738 0 0,-73 53 6383 0 0,20-15-2649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27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0 135 4465 0 0,'0'0'12072'0'0,"1"-1"-12006"0"0,-1 1 0 0 0,1 0 0 0 0,-1 0 1 0 0,1 0-1 0 0,-1 0 0 0 0,1 0 0 0 0,-1-1 0 0 0,1 1 1 0 0,0 0-1 0 0,-1 0 0 0 0,1 0 0 0 0,-1 1 0 0 0,1-1 0 0 0,-1 0 1 0 0,1 0-1 0 0,0 0 0 0 0,-1 0 0 0 0,1 1 0 0 0,-1-1 1 0 0,1 0-1 0 0,-1 0 0 0 0,1 1 0 0 0,-1-1 0 0 0,0 0 0 0 0,1 1 1 0 0,-1-1-1 0 0,1 0 0 0 0,-1 1 0 0 0,0-1 0 0 0,1 1 0 0 0,-1-1 1 0 0,0 1-1 0 0,1-1 0 0 0,-1 1 0 0 0,0-1 0 0 0,0 1 1 0 0,1-1-1 0 0,-1 1 0 0 0,0 0 0 0 0,3 7 4 0 0,-2-5-13 0 0,0 0-1 0 0,0 0 1 0 0,0 0 0 0 0,0 0-1 0 0,-1 0 1 0 0,1 0 0 0 0,-1 0 0 0 0,0 4-1 0 0,1-6-38 0 0,-1 1 0 0 0,0 0 0 0 0,0-1 0 0 0,0 1-1 0 0,-1-1 1 0 0,1 1 0 0 0,0-1 0 0 0,-1 1 0 0 0,1-1 0 0 0,0 1 0 0 0,-1-1-1 0 0,0 0 1 0 0,-1 3 0 0 0,0 0 54 0 0,1-1 0 0 0,-1 0-1 0 0,1 1 1 0 0,0-1 0 0 0,-1 1 0 0 0,2-1 0 0 0,-2 7-1 0 0,-1-1-10 0 0,2-6-52 0 0,-1 1 0 0 0,1-1-1 0 0,1 1 1 0 0,-1-1 0 0 0,1 0 0 0 0,-1 1 0 0 0,1-1-1 0 0,0 1 1 0 0,0 0 0 0 0,1 4 0 0 0,1 36 21 0 0,3-34-26 0 0,14 26-9 0 0,-16-29-14 0 0,1-1 5 0 0,2 0 6 0 0,11 11-38 0 0,0 0 1 0 0,1-1 0 0 0,0-1-1 0 0,33 20 1 0 0,64 31-487 0 0,-110-63 316 0 0,3 10 216 0 0,7 18 27 0 0,-13-27 4 0 0,-2-4-31 0 0,0 0 1 0 0,0 0 0 0 0,0 1-1 0 0,1-1 1 0 0,-1 0-1 0 0,0 0 1 0 0,0 0 0 0 0,0 0-1 0 0,0 0 1 0 0,0 0-1 0 0,0 0 1 0 0,0 0 0 0 0,0 0-1 0 0,0 0 1 0 0,0 0 0 0 0,0 0-1 0 0,0 0 1 0 0,0 0-1 0 0,0 0 1 0 0,0 1 0 0 0,1-1-1 0 0,-1 0 1 0 0,0 0-1 0 0,0 0 1 0 0,0 0 0 0 0,0 0-1 0 0,0 0 1 0 0,0 0-1 0 0,0 0 1 0 0,0 0 0 0 0,0 0-1 0 0,0 1 1 0 0,0-1-1 0 0,0 0 1 0 0,0 0 0 0 0,0 0-1 0 0,0 0 1 0 0,0 0-1 0 0,0 0 1 0 0,-1 0 0 0 0,1 0-1 0 0,0 0 1 0 0,0 0-1 0 0,0 1 1 0 0,0-1 0 0 0,0 0-1 0 0,0 0 1 0 0,0 0-1 0 0,0 0 1 0 0,0 0 0 0 0,0 0-1 0 0,0 0 1 0 0,0 0-1 0 0,0 0 1 0 0,0 0 0 0 0,0 0-1 0 0,-1 0 1 0 0,1 0-1 0 0,0 0 1 0 0,0 0 0 0 0,0 0-1 0 0,0 0 1 0 0,0 0-1 0 0,0 0 1 0 0,0 0 0 0 0,0 0-1 0 0,0 0 1 0 0,-1 0-1 0 0,1 0 1 0 0,-9 3 20 0 0,-25 13 22 0 0,31-14-31 0 0,-1 0 0 0 0,0-1 0 0 0,1 1 0 0 0,-1-1 1 0 0,0 1-1 0 0,0-1 0 0 0,0-1 0 0 0,0 1 0 0 0,-7 0 0 0 0,0 0-2 0 0,4 1-1 0 0,1 0 0 0 0,-1-1 0 0 0,0 0 0 0 0,1 0 0 0 0,-13 0 0 0 0,-2-2 9 0 0,-23-2-25 0 0,33 3 4 0 0,10 0 2 0 0,-7-6-4 0 0,-22-11-2 0 0,23 13-17 0 0,10-7-69 0 0,10-25 49 0 0,-11 31 12 0 0,2-2-13 0 0,1 1 28 0 0,51-58-139 0 0,74-98-183 0 0,-117 143 355 0 0,-1 0 0 0 0,-1-1 1 0 0,-1-1-1 0 0,0 0 1 0 0,-2 0-1 0 0,0 0 1 0 0,5-28-1 0 0,-11 41 4 0 0,-1 1 0 0 0,0 0 0 0 0,-1-1 0 0 0,0 1-1 0 0,0 0 1 0 0,0-1 0 0 0,-1 1 0 0 0,0 0 0 0 0,0-1 0 0 0,-1 1 0 0 0,-5-13-1 0 0,6 17-7 0 0,-1-1-1 0 0,0 1 0 0 0,0 0 0 0 0,0 0 0 0 0,0 0 1 0 0,0 1-1 0 0,-1-1 0 0 0,1 1 0 0 0,-1-1 0 0 0,0 1 1 0 0,0 0-1 0 0,0 0 0 0 0,0 0 0 0 0,0 0 0 0 0,0 0 1 0 0,0 1-1 0 0,-1 0 0 0 0,1-1 0 0 0,-1 1 0 0 0,1 0 1 0 0,-1 1-1 0 0,1-1 0 0 0,-1 1 0 0 0,1-1 0 0 0,-8 1 1 0 0,0 1-62 0 0,-1 1 0 0 0,0-1 1 0 0,1 2-1 0 0,-1-1 1 0 0,1 2-1 0 0,0 0 1 0 0,-15 6-1 0 0,-2 4-1816 0 0,-37 24 0 0 0,62-36-499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27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10890 0 0,'0'0'8841'0'0,"6"11"-8602"0"0,9 23-289 0 0,-13-29-5 0 0,0 2-18 0 0,-3 0 28 0 0,-6 52-745 0 0,4-50 559 0 0,-2 10 155 0 0,5 7-3140 0 0,4 4 1112 0 0,-3-22-1384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28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8482 0 0,'0'0'9412'0'0,"10"-6"-8654"0"0,22-9-590 0 0,-29 13-123 0 0,1 0-1 0 0,-1 0 1 0 0,1 1 0 0 0,0-1-1 0 0,-1 1 1 0 0,1 0 0 0 0,0 0-1 0 0,0 1 1 0 0,4-1 0 0 0,1-1 3 0 0,5-1 15 0 0,-9 2-51 0 0,0-1 0 0 0,0 1 0 0 0,0 0 0 0 0,0 0 0 0 0,0 1 0 0 0,8 0 0 0 0,1 0 62 0 0,40 7 25 0 0,-43 0-67 0 0,23 15-3 0 0,-26-18 37 0 0,-6-1-17 0 0,-1 6 15 0 0,8 29 48 0 0,-9-37-106 0 0,1-1 1 0 0,-1 1-1 0 0,0 0 0 0 0,0 0 1 0 0,0 0-1 0 0,1-1 1 0 0,-1 1-1 0 0,0 0 0 0 0,0 0 1 0 0,0 0-1 0 0,0-1 0 0 0,0 1 1 0 0,-1 0-1 0 0,1 0 1 0 0,0 0-1 0 0,0-1 0 0 0,-1 3 1 0 0,-7 16 160 0 0,-1 1 0 0 0,-1-1 1 0 0,-1-1-1 0 0,-16 21 1 0 0,-60 68 1532 0 0,83-103-1556 0 0,1 0-1 0 0,-1 0 1 0 0,1 1-1 0 0,0-1 1 0 0,-5 10-1 0 0,3-4-78 0 0,-1-2 34 0 0,6-7-67 0 0,13 6-59 0 0,-3-4-9 0 0,0 0 1 0 0,0 0-1 0 0,0-1 0 0 0,0 0 1 0 0,0-1-1 0 0,0 0 0 0 0,0-1 0 0 0,19-1 1 0 0,56-12-1716 0 0,98-29 1 0 0,-12-17-6358 0 0,-133 42 3451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29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10066 0 0,'-1'3'8855'0'0,"-8"29"-8783"0"0,-13 56 409 0 0,-20 99-22 0 0,38-159-535 0 0,1 1 0 0 0,1-1 1 0 0,2 1-1 0 0,5 47 1 0 0,1-40-243 0 0,1 11-117 0 0,-6-16-5057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29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13 164 11795 0 0,'-1'-1'381'0'0,"-1"-1"0"0"0,1 0 1 0 0,0 1-1 0 0,0-1 1 0 0,0 0-1 0 0,0 0 0 0 0,0 1 1 0 0,1-1-1 0 0,-1 0 1 0 0,0-3-1 0 0,0 0-344 0 0,1 1 0 0 0,0-1 1 0 0,0 1-1 0 0,0-1 0 0 0,0 1 1 0 0,2-5-1 0 0,-1-2 260 0 0,10 0 41 0 0,23-22-283 0 0,-25 24 4 0 0,-8 8-38 0 0,9-3 4 0 0,26-14 19 0 0,-34 17-36 0 0,1-1 0 0 0,-1 1 0 0 0,1 0 0 0 0,-1 0 0 0 0,1 0 0 0 0,0 0-1 0 0,0 0 1 0 0,0 0 0 0 0,-1 1 0 0 0,1-1 0 0 0,0 1 0 0 0,4 0 0 0 0,1 0 3 0 0,2-3 54 0 0,-14 4-35 0 0,55-5 11 0 0,-42 3-46 0 0,-7 1 5 0 0,7 4 9 0 0,25 9 7 0 0,-23-10-80 0 0,-11-3 37 0 0,8 11-60 0 0,21 21 9 0 0,-19-17-47 0 0,-24-5 631 0 0,-22 8-281 0 0,30-15-21 0 0,-1-1 41 0 0,0-3-127 0 0,-54-6 1136 0 0,-1-3-77 0 0,53 7-1069 0 0,6 2-57 0 0,0 0 1 0 0,0 0-1 0 0,0 1 0 0 0,0-1 1 0 0,0 0-1 0 0,0 1 0 0 0,0 0 0 0 0,0 0 1 0 0,0 0-1 0 0,0 0 0 0 0,0 0 0 0 0,0 1 1 0 0,-3 0-1 0 0,-27 4 6 0 0,25-3 50 0 0,16 9 133 0 0,22 20-121 0 0,-25-27-25 0 0,1 1 11 0 0,1-2-70 0 0,8 4-72 0 0,174 81 273 0 0,-139-67-1355 0 0,1-3-1 0 0,54 12 1 0 0,-58-16-3443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29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22597 0 0,'0'0'904'0'0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1:50:34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3963 923 14733,'-1'36'0,"-4"0"0,-3 0 0,-2 0 0,-4 0 0,-3-1 0,-2 0 0,-4 0 0,-2-1 0,-4 0 0,-2-1 0,-3 0 0,-2-1 0,-4-1 0,-2-1 0,-2 0 0,-3-1 0,-3-1 0,-1-1 0,-3-1 0,-2-1 0,-2-1 0,-3-1 0,-1-1 0,-1-1 0,-3-2 0,-1 0 0,-2-2 0,-1-2 0,-1 0 0,-2-2 0,0-1 0,-2-1 0,0-2 0,-1-2 0,0 0 0,-1-2 0,-1-2 0,0-1 0,1-1 0,-1-2 0,0-1 0,1-1 0,0-2 0,0-2 0,1 0 0,1-2 0,0-2 0,2-1 0,0-1 0,2-2 0,1 0 0,1-2 0,2-2 0,2 0 0,1-2 0,2-1 0,2-1 0,1-1 0,3-1 0,2-1 0,3-1 0,1-1 0,3-1 0,3-1 0,2 0 0,3-1 0,2-1 0,3-1 0,3 0 0,2-1 0,4 0 0,2-1 0,4 0 0,2 0 0,3-1 0,4 0 0,2 0 0,4 0 0,2 0 0,4 0 0,2-1 0,4 1 0,2 1 0,4-1 0,3 0 0,2 1 0,4 1 0,2 0 0,4 0 0,2 1 0,3 0 0,3 1 0,2 1 0,3 0 0,2 2 0,3 0 0,3 1 0,1 1 0,3 1 0,2 0 0,3 2 0,1 1 0,2 2 0,2 0 0,1 1 0,2 2 0,2 1 0,1 1 0,1 2 0,2 0 0,0 3 0,2 0 0,0 2 0,1 1 0,1 2 0,0 1 0,0 1 0,1 2 0,0 1 0,-1 2 0,1 1 0,0 2 0,-1 1 0,-1 1 0,0 2 0,-1 1 0,0 2 0,-2 0 0,0 3 0,-2 0 0,-1 2 0,-1 1 0,-2 1 0,-1 2 0,-3 1 0,-1 0 0,-1 2 0,-3 1 0,-2 2 0,-2 0 0,-3 1 0,-1 1 0,-3 1 0,-3 0 0,-2 2 0,-2 0 0,-4 1 0,-2 1 0,-3 0 0,-2 1 0,-4 0 0,-2 0 0,-4 1 0,-2 1 0,-3 0 0,-4-1 0,-2 1 0,-3 1 0,-4-1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1:50:43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4960 857 15771,'-2'34'0,"-3"0"0,-5-1 0,-3 0 0,-4 1 0,-4-2 0,-4 1 0,-3-1 0,-4 0 0,-4-1 0,-3 0 0,-3-1 0,-4 0 0,-3-1 0,-4-1 0,-2 0 0,-4-1 0,-3-1 0,-3-1 0,-2-1 0,-3 0 0,-3-2 0,-2-1 0,-3 0 0,-2-2 0,-2-1 0,-2-1 0,-2-1 0,-2-2 0,-1 0 0,-1-2 0,-2-1 0,-2-1 0,0-1 0,-1-2 0,-1-1 0,0-2 0,-1 0 0,0-2 0,-1-2 0,1 0 0,0-2 0,0-2 0,0 0 0,1-2 0,1-1 0,1-2 0,1-1 0,1-1 0,1-1 0,2-2 0,1 0 0,2-2 0,2-1 0,2-1 0,2-1 0,3-2 0,2 0 0,2-1 0,3-2 0,2 0 0,3-1 0,4-1 0,2-1 0,3-1 0,4 0 0,2-1 0,5-1 0,2 0 0,4-1 0,3 0 0,5-1 0,2 0 0,5-1 0,3 1 0,4-2 0,3 1 0,5 0 0,3-1 0,4 0 0,4 1 0,4-1 0,3 1 0,5-1 0,3 1 0,4 0 0,3 1 0,5 0 0,2 0 0,5 1 0,3 0 0,4 0 0,2 2 0,5 0 0,2 0 0,4 2 0,3 0 0,2 1 0,4 1 0,3 1 0,2 0 0,3 2 0,2 1 0,2 0 0,3 2 0,2 1 0,2 1 0,2 1 0,2 1 0,1 2 0,2 1 0,1 1 0,1 1 0,1 1 0,1 2 0,1 1 0,1 2 0,0 0 0,0 2 0,0 2 0,1 0 0,-1 2 0,0 2 0,-1 0 0,0 2 0,-1 1 0,-1 2 0,0 1 0,-2 1 0,-2 1 0,-1 1 0,-1 2 0,-2 1 0,-2 1 0,-2 1 0,-2 1 0,-2 2 0,-3 0 0,-2 1 0,-3 2 0,-3 0 0,-2 1 0,-3 1 0,-3 1 0,-4 0 0,-2 2 0,-4 0 0,-3 0 0,-4 2 0,-3 0 0,-3 0 0,-4 1 0,-4 0 0,-3 0 0,-4 1 0,-4 0 0,-4 1 0,-3-1 0,-5 1 0,-3-1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10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8362 0 0,'0'0'7179'0'0,"-2"18"-6459"0"0,-4-3-456 0 0,4-13-235 0 0,1 0 0 0 0,0 0 0 0 0,0 1 0 0 0,1-1 1 0 0,-1 0-1 0 0,0 0 0 0 0,1 1 0 0 0,-1-1 0 0 0,1 1 0 0 0,0-1 0 0 0,0 0 0 0 0,0 4 1 0 0,0-5-10 0 0,0 1 1 0 0,0-1-1 0 0,0 1 0 0 0,0-1 1 0 0,0 1-1 0 0,-1-1 1 0 0,1 1-1 0 0,0-1 1 0 0,-1 1-1 0 0,1-1 1 0 0,-1 1-1 0 0,1-1 1 0 0,-1 0-1 0 0,-1 2 1 0 0,-11 30 549 0 0,-1 22 273 0 0,11-45-750 0 0,1-5-30 0 0,1-1 0 0 0,0 0 0 0 0,0 0 0 0 0,0 1 0 0 0,1-1 1 0 0,-1 8-1 0 0,6 40 872 0 0,-5-51-726 0 0,2 1 20 0 0,9 6-79 0 0,25 21-52 0 0,-28-22-83 0 0,-5-6-90 0 0,7-4-22 0 0,84-17-920 0 0,-53 9-2205 0 0,58-26-1 0 0,-65 15-592 0 0,-20 10 1326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10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8810 0 0,'0'0'2432'0'0,"1"0"-1903"0"0,1-1-81 0 0,47-24 256 0 0,-47 25-776 0 0,56-26-128 0 0,-57 26-192 0 0,0-2 16 0 0,60-22-649 0 0,-4-6-4336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10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50 9146 0 0,'-88'-17'7049'0'0,"97"13"-7154"0"0,26-10 17 0 0,-26 10-12 0 0,-8 3-60 0 0,11 1-324 0 0,-5-1 339 0 0,25-4-1565 0 0,41 1 0 0 0,-40 5-1109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10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0 7818 0 0,'0'0'6653'0'0,"-12"11"-5438"0"0,1-1-1157 0 0,-28 33 71 0 0,28-29-154 0 0,-25 29-1158 0 0,-29 49 0 0 0,63-88-1458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10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2937 0 0,'-1'1'4861'0'0,"2"-13"-3402"0"0,7-17 5881 0 0,-4 39-7342 0 0,9 31-163 0 0,-12-36 110 0 0,33 115-2157 0 0,-25-97-640 0 0,17 34 0 0 0,-25-55 722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11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1 268 3409 0 0,'-1'-2'6324'0'0,"13"-6"-5375"0"0,18-7-582 0 0,-23 11 1049 0 0,0 14-514 0 0,11 22-757 0 0,-12-23 39 0 0,-6-9-136 0 0,1 11 38 0 0,9 45 152 0 0,0 25 90 0 0,-10-74-228 0 0,-1-7 98 0 0,-1 0 0 0 0,1 0 0 0 0,0 0 0 0 0,-1 0 0 0 0,1-1 0 0 0,-1 1-1 0 0,1-1 1 0 0,0 1 0 0 0,-1-1 0 0 0,1 1 0 0 0,0-1 0 0 0,0 0-1 0 0,-2-1 1 0 0,-16-22-303 0 0,12 14 380 0 0,-2-8-13 0 0,3-6-53 0 0,2-1-1 0 0,0 1 1 0 0,1-1-1 0 0,2-33 1 0 0,1 51-208 0 0,0 0 0 0 0,1 1 1 0 0,-1-1-1 0 0,2 0 1 0 0,-1 0-1 0 0,1 0 1 0 0,0 1-1 0 0,0-1 0 0 0,1 1 1 0 0,0 0-1 0 0,0 0 1 0 0,0 0-1 0 0,1 0 1 0 0,0 0-1 0 0,0 1 0 0 0,0-1 1 0 0,1 1-1 0 0,0 0 1 0 0,0 1-1 0 0,0-1 1 0 0,12-6-1 0 0,-8 5-93 0 0,0 1-1 0 0,0 0 1 0 0,1 1-1 0 0,0 0 1 0 0,0 1-1 0 0,0 0 1 0 0,0 0-1 0 0,20-2 1 0 0,-22 15-68 0 0,9 21 142 0 0,-14-26 24 0 0,-3-5-6 0 0,0 0 0 0 0,0 0 0 0 0,0 0 0 0 0,0 0 0 0 0,0 0 0 0 0,0 0 0 0 0,0 0 1 0 0,1 0-1 0 0,-1 1 0 0 0,0-1 0 0 0,0 0 0 0 0,0 0 0 0 0,0 0 0 0 0,0 0 0 0 0,0 0 0 0 0,0 0 0 0 0,0 1 0 0 0,0-1 0 0 0,0 0 0 0 0,0 0 0 0 0,0 0 0 0 0,0 0 0 0 0,0 0 0 0 0,1 1 0 0 0,-1-1 0 0 0,0 0 0 0 0,0 0 0 0 0,-1 0 0 0 0,1 0 0 0 0,0 0 0 0 0,0 1 0 0 0,0-1 1 0 0,0 0-1 0 0,0 0 0 0 0,0 0 0 0 0,0 0 0 0 0,0 0 0 0 0,0 1 0 0 0,0-1 0 0 0,0 0 0 0 0,0 0 0 0 0,0 0 0 0 0,0 0 0 0 0,-1 0 0 0 0,1 0 0 0 0,0 0 0 0 0,0 0 0 0 0,0 1 0 0 0,0-1 0 0 0,0 0 0 0 0,0 0 0 0 0,0 0 0 0 0,-1 0 0 0 0,-7 6 3 0 0,0 4-3 0 0,5-5 7 0 0,-1-1 1 0 0,0-1 0 0 0,1 1 0 0 0,-1 0 0 0 0,-1-1 0 0 0,1 0 0 0 0,-9 6 0 0 0,-21 13 49 0 0,2 1 77 0 0,3-7-152 0 0,77-32-117 0 0,-2-4 218 0 0,-35 15-76 0 0,47-25 20 0 0,-51 27-3 0 0,-1 0 0 0 0,0 0 0 0 0,0 0 0 0 0,0-1 0 0 0,10-9 0 0 0,-5 4 14 0 0,-6 6 9 0 0,1-1 0 0 0,0 0-1 0 0,-1 0 1 0 0,0-1 0 0 0,0 1-1 0 0,7-10 1 0 0,-2 3-30 0 0,-2 3 11 0 0,-1-3 18 0 0,11-21-62 0 0,-14 24 2 0 0,-16 8-434 0 0,-28 1 199 0 0,28 8-190 0 0,-21 20 388 0 0,24-22-57 0 0,4 1-193 0 0,-12 22 172 0 0,13-22-37 0 0,3-7 117 0 0,2 9-11 0 0,-1 25 35 0 0,0-27-46 0 0,5-5 32 0 0,-1-1 1 0 0,1 1 0 0 0,-1 0-1 0 0,0 0 1 0 0,0 0 0 0 0,7 7-1 0 0,-2-1 14 0 0,0-2-95 0 0,-7-6 105 0 0,6-2 32 0 0,34 2 87 0 0,-33-5-70 0 0,23-14 17 0 0,-28 16-5 0 0,-1 1 0 0 0,1-2 1 0 0,0 1-1 0 0,-1 0 0 0 0,1-1 0 0 0,-1 1 0 0 0,0-1 0 0 0,0 0 0 0 0,0 0 0 0 0,4-6 1 0 0,0 0 23 0 0,1 2 122 0 0,0-3 309 0 0,15-21-352 0 0,-17 24 1 0 0,-1 1 180 0 0,1-1-256 0 0,1 18-26 0 0,6 24-107 0 0,6 8-949 0 0,-14-34 884 0 0,0-1-184 0 0,6-5-984 0 0,20 9 1076 0 0,-24-9 28 0 0,-4-3 174 0 0,0 0 1 0 0,-1 0 0 0 0,1-1-1 0 0,-1 1 1 0 0,1-1 0 0 0,-1 0 0 0 0,1 0-1 0 0,-1 0 1 0 0,0 0 0 0 0,1 0 0 0 0,-1-1-1 0 0,4-2 1 0 0,0 0 36 0 0,2 0 129 0 0,3-9 1407 0 0,14-22-1111 0 0,-19 26 139 0 0,-3 9-54 0 0,2 0-102 0 0,2 12-613 0 0,10 22 6 0 0,-13-25-115 0 0,10-6-6708 0 0,19 9 4297 0 0,-25-9-1128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12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93 6777 0 0,'-41'-41'2978'0'0,"26"25"470"0"0,6-3-3438 0 0,5 10 227 0 0,0 2 940 0 0,15 15-973 0 0,41 36-150 0 0,-17-12-72 0 0,-30-27 27 0 0,0 0 0 0 0,0-1 0 0 0,1 0 0 0 0,-1 0 0 0 0,13 7 1 0 0,-6-4 2 0 0,-2 0 19 0 0,-9-7-22 0 0,7 2 7 0 0,22 7 15 0 0,-22-6 21 0 0,2-3 316 0 0,36 0 429 0 0,-36-6-502 0 0,21-14-160 0 0,-23 15 15 0 0,0-8 416 0 0,10-20-413 0 0,-14 24-16 0 0,-4-3 305 0 0,2-18-419 0 0,-2 23-42 0 0,-3 6-146 0 0,-8 11 67 0 0,-19 17 51 0 0,22-20 22 0 0,7 2-38 0 0,-2-2 49 0 0,3-4 7 0 0,-1-1 0 0 0,0 1 0 0 0,0-1 0 0 0,1 1-1 0 0,-1-1 1 0 0,1 1 0 0 0,0-1 0 0 0,0 1 0 0 0,0-1 0 0 0,0 1-1 0 0,0-1 1 0 0,1 1 0 0 0,0 4 0 0 0,4 23-41 0 0,-4-23-55 0 0,13 4 212 0 0,20 8-118 0 0,-26-14 54 0 0,4-8 113 0 0,20-10-133 0 0,-21 10-6 0 0,-10 2-52 0 0,9-10 39 0 0,21-19-3 0 0,-24 23 10 0 0,-6 4-10 0 0,-1 1-1 0 0,0-1 1 0 0,1 1-1 0 0,-1-1 1 0 0,1 1 0 0 0,0-1-1 0 0,0 1 1 0 0,0 0-1 0 0,0-1 1 0 0,0 1 0 0 0,0 0-1 0 0,3-4 1 0 0,0 0 11 0 0,-1-2-1 0 0,-1 8-100 0 0,1 0-29 0 0,3 10 14 0 0,7 22 59 0 0,-9-24-3 0 0,-4-6 77 0 0,0-1-37 0 0,0-1-1 0 0,0 1 0 0 0,-1-1 0 0 0,1 1 0 0 0,0-1 0 0 0,0 1 0 0 0,0-1 1 0 0,0 0-1 0 0,0 1 0 0 0,0-1 0 0 0,1 1 0 0 0,-1-1 0 0 0,0 1 1 0 0,0-1-1 0 0,0 1 0 0 0,0-1 0 0 0,0 0 0 0 0,1 1 0 0 0,-1-1 0 0 0,0 1 1 0 0,0-1-1 0 0,1 0 0 0 0,-1 1 0 0 0,0-1 0 0 0,0 0 0 0 0,1 1 1 0 0,-1-1-1 0 0,0 0 0 0 0,1 0 0 0 0,-1 1 0 0 0,1-1 0 0 0,-1 0 1 0 0,0 0-1 0 0,1 0 0 0 0,-1 1 0 0 0,1-1 0 0 0,-1 0 0 0 0,1 0 0 0 0,-1 0 1 0 0,0 0-1 0 0,1 0 0 0 0,-1 0 0 0 0,1 0 0 0 0,-1 0 0 0 0,1 0 1 0 0,-1 0-1 0 0,1 0 0 0 0,-1 0 0 0 0,0 0 0 0 0,2-1 0 0 0,29 4-78 0 0,-23-2 29 0 0,4-15 1119 0 0,10-18-1131 0 0,-16 24-71 0 0,-3 5 1612 0 0,6 15-1273 0 0,3 20-230 0 0,-9-24-38 0 0,-3-5-520 0 0,12 9-296 0 0,23 16 381 0 0,-26-20-787 0 0,-6-7-177 0 0,6-4-277 0 0,23-3-195 0 0,-24 5-764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12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14 7618 0 0,'1'-4'6315'0'0,"-13"-1"-4550"0"0,-26 1-1140 0 0,26 13 173 0 0,-31 30-317 0 0,40-36-465 0 0,0 0-1 0 0,0 1 0 0 0,0-1 0 0 0,1 1 1 0 0,0 0-1 0 0,-1 0 0 0 0,-1 4 0 0 0,-1 2 9 0 0,-1-2 4 0 0,5-6-46 0 0,2 7-46 0 0,-2 31-361 0 0,13-35-112 0 0,24 13 290 0 0,-29-15 10 0 0,-1-1 39 0 0,-1-4 131 0 0,5 1 10 0 0,-6 1 22 0 0,0 0 0 0 0,1 0 0 0 0,-1-1 1 0 0,0 0-1 0 0,0 0 0 0 0,0 0 0 0 0,7-3 0 0 0,25-9 41 0 0,5-4 165 0 0,-32 11-146 0 0,43-24 195 0 0,-44 26 120 0 0,-3-3 358 0 0,-2-2-73 0 0,8-22-221 0 0,-9 23 909 0 0,-3 7-334 0 0,-10 9-481 0 0,-26 23-227 0 0,36-21-55 0 0,-2 21-198 0 0,2-26-21 0 0,3-1-58 0 0,6-1-37 0 0,23 12-120 0 0,-27-12-2 0 0,3-1-186 0 0,1-2 173 0 0,23-1-1629 0 0,0 0-1 0 0,53-11 0 0 0,-48 3-1371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14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3705 0 0,'-3'0'9083'0'0,"8"13"-8136"0"0,20 20-951 0 0,-23-29-34 0 0,4 3-10 0 0,1-5 41 0 0,39 21-25 0 0,-40-23 41 0 0,13 4 80 0 0,-1 0-1 0 0,1-1 1 0 0,25 1 0 0 0,-21-2 84 0 0,-21-1-103 0 0,0-1 0 0 0,1 0 1 0 0,-1 0-1 0 0,1 1 0 0 0,-1-1 1 0 0,0-1-1 0 0,1 1 0 0 0,-1 0 1 0 0,1-1-1 0 0,2 0 1 0 0,-5 11 837 0 0,3 30-279 0 0,-11-30-159 0 0,-10 13-225 0 0,-37 46 400 0 0,29-37-634 0 0,19-22-26 0 0,1-2-30 0 0,-1 5-2214 0 0,1-4 1856 0 0,4-6-3 0 0,0 0 0 0 0,0 1 0 0 0,0-1-1 0 0,1 0 1 0 0,-1 1 0 0 0,1-1-1 0 0,-2 7 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14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 6441 0 0,'0'0'6764'0'0,"-12"4"-2044"0"0,-18 16-4384 0 0,20-15 107 0 0,10-5-458 0 0,-8 10-2 0 0,-19 23-4 0 0,20-24-182 0 0,6-8 36 0 0,-1 7-185 0 0,-10 22-159 0 0,10-22-487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15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8082 0 0,'0'0'3993'0'0,"12"-13"-166"0"0,21-14-3534 0 0,-27 22-89 0 0,-1 2-58 0 0,1 2-99 0 0,42-13-247 0 0,-39 10-101 0 0,9-4 275 0 0,1 6-4921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15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3569 0 0,'-1'-1'5565'0'0,"-12"8"-3919"0"0,-17 13-1074 0 0,23-15 46 0 0,5-3-279 0 0,1 8-44 0 0,-2 1-166 0 0,-7 33 464 0 0,3 10-281 0 0,-6 30 145 0 0,12-76-246 0 0,14-12 106 0 0,20-8-192 0 0,-25 9-30 0 0,2-1 72 0 0,22-11-163 0 0,-29 14 4 0 0,0-1 0 0 0,0 1 0 0 0,-1 0 0 0 0,1 0 0 0 0,0 0 0 0 0,0 0 0 0 0,0 0 0 0 0,0 1 1 0 0,0-1-1 0 0,0 1 0 0 0,5 0 0 0 0,1-1 4 0 0,-6 1-2 0 0,0-1 0 0 0,0 0-1 0 0,0 1 1 0 0,0-1 0 0 0,0 1 0 0 0,0 0-1 0 0,0 0 1 0 0,0 0 0 0 0,0 1-1 0 0,0-1 1 0 0,0 1 0 0 0,4 1 0 0 0,2 0-1 0 0,-1-1 15 0 0,1 11 494 0 0,8 22-428 0 0,-12-25 96 0 0,-5-7-129 0 0,-4 7-5 0 0,2 1-14 0 0,-9 26 246 0 0,9-33-250 0 0,0 1 0 0 0,-1-1 0 0 0,1 1-1 0 0,0-1 1 0 0,-1 0 0 0 0,0 0 0 0 0,0 0 0 0 0,-5 4 0 0 0,-1 1 33 0 0,7-5-12 0 0,0 0 0 0 0,0-1 0 0 0,0 1 0 0 0,-1-1 0 0 0,1 1 0 0 0,-1-1 1 0 0,0 0-1 0 0,0 0 0 0 0,0 0 0 0 0,0 0 0 0 0,-5 2 0 0 0,-1 0 33 0 0,6-1-32 0 0,0-1-1 0 0,-1 0 1 0 0,1 0-1 0 0,0 0 1 0 0,-1 0-1 0 0,1 0 1 0 0,-1-1-1 0 0,0 1 1 0 0,-5 0-1 0 0,-1 1 4 0 0,-32 11 55 0 0,31-12-159 0 0,2 0-202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17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31 133 6681 0 0,'2'-6'6894'0'0,"0"-4"-3513"0"0,-9 20-3348 0 0,1-1-38 0 0,-14 19-57 0 0,19-25-120 0 0,2 0 27 0 0,10 7 198 0 0,19 13-59 0 0,-24-18 27 0 0,-2-4 1 0 0,3-5-9 0 0,24-9 11 0 0,-24 10 2 0 0,4-9 248 0 0,16-19-174 0 0,-20 23-8 0 0,-2 3 763 0 0,-5 5-833 0 0,0-1 0 0 0,0 1-1 0 0,1-1 1 0 0,-1 1 0 0 0,0-1-1 0 0,0 1 1 0 0,1-1 0 0 0,-1 1-1 0 0,0-1 1 0 0,1 1-1 0 0,-1 0 1 0 0,1-1 0 0 0,-1 1-1 0 0,0 0 1 0 0,1-1 0 0 0,-1 1-1 0 0,1 0 1 0 0,-1-1 0 0 0,1 1-1 0 0,-1 0 1 0 0,1 0 0 0 0,-1 0-1 0 0,1 0 1 0 0,-1-1-1 0 0,1 1 1 0 0,0 0 0 0 0,-1 0-1 0 0,1 0 1 0 0,-1 0 0 0 0,1 0-1 0 0,-1 0 1 0 0,1 0 0 0 0,-1 0-1 0 0,1 1 1 0 0,-1-1-1 0 0,1 0 1 0 0,-1 0 0 0 0,1 0-1 0 0,-1 1 1 0 0,2-1 0 0 0,30 9 62 0 0,-26-8-26 0 0,-3 1-20 0 0,-1 9-24 0 0,5 15-124 0 0,0 0-1 0 0,-2 1 1 0 0,-1-1-1 0 0,-1 1 1 0 0,-1 44-1 0 0,-2-59 19 0 0,-1 0 0 0 0,0 0 0 0 0,-1 0 0 0 0,-1 0 0 0 0,0-1 0 0 0,0 1-1 0 0,-1-1 1 0 0,-1 0 0 0 0,0 0 0 0 0,0 0 0 0 0,-1 0 0 0 0,0-1-1 0 0,-1 0 1 0 0,0-1 0 0 0,-1 1 0 0 0,0-1 0 0 0,0-1 0 0 0,-1 0 0 0 0,-15 12-1 0 0,-32 18 318 0 0,53-37-158 0 0,0 1 0 0 0,0 0 0 0 0,0 0 0 0 0,0-1 0 0 0,0 0 0 0 0,-1 0 0 0 0,1 0 0 0 0,0 0 0 0 0,-5 1 0 0 0,-1 0 7 0 0,1 1 274 0 0,8-8-244 0 0,0-1-1 0 0,1 1 1 0 0,0 0-1 0 0,0 0 1 0 0,3-9-1 0 0,-1 2-70 0 0,-2 9-11 0 0,3-7 5 0 0,2 5-15 0 0,133-106 83 0 0,-65 56 102 0 0,-2-3 1 0 0,-3-3-1 0 0,93-107 0 0 0,-149 153-61 0 0,0 0 0 0 0,-1-1 0 0 0,11-20 0 0 0,-22 34-16 0 0,0-5 265 0 0,-11 2-225 0 0,3 1-126 0 0,5 3-8 0 0,-1 0 0 0 0,1 0 0 0 0,-1 0-1 0 0,1 0 1 0 0,-1 0 0 0 0,1 1 0 0 0,-1-1 0 0 0,0 1 0 0 0,1-1-1 0 0,-4 1 1 0 0,-6 8 168 0 0,0 0-154 0 0,7-5-6 0 0,-1 0 1 0 0,1 1 0 0 0,0 0-1 0 0,0 0 1 0 0,-6 6 0 0 0,9-9-11 0 0,5-4-10 0 0,-36 44 44 0 0,30-38-43 0 0,1 0 0 0 0,-1 1 1 0 0,1-1-1 0 0,0 1 0 0 0,-1-1 0 0 0,1 1 0 0 0,1-1 0 0 0,-1 1 0 0 0,-1 5 0 0 0,-1 1 2 0 0,-1-1-14 0 0,5-8-5 0 0,0 8-28 0 0,-4 34-289 0 0,15-34-618 0 0,24 15 527 0 0,-29-21 6 0 0,0 0-89 0 0,0-3 273 0 0,5 0-28 0 0,30-2-1770 0 0,58-12-1460 0 0,-95 14 3347 0 0,1-1-1 0 0,-1 0 1 0 0,0 0-1 0 0,0 0 0 0 0,0 0 1 0 0,-1-1-1 0 0,1 1 1 0 0,0-1-1 0 0,4-2 0 0 0,1-1 27 0 0,30-16 380 0 0,-30 15-183 0 0,2 1 1292 0 0,-4-5-593 0 0,20-23-3 0 0,-20 24 553 0 0,-6 8-655 0 0,2-9-21 0 0,12-21-224 0 0,-12 23-207 0 0,-3 5 78 0 0,0-3-390 0 0,-13 2 79 0 0,-27 2 114 0 0,28 11-106 0 0,-32 26-60 0 0,42-32 55 0 0,-1-1 1 0 0,1 1 0 0 0,0-1 0 0 0,1 1 0 0 0,-1 0 0 0 0,0 0 0 0 0,1 0 0 0 0,-1 0 0 0 0,-1 5-1 0 0,0 1-10 0 0,-1-1-44 0 0,4-7-103 0 0,0 2 83 0 0,10 4 81 0 0,23 7 22 0 0,-24-10-7 0 0,-7-3-26 0 0,7-4-1 0 0,37-9-14 0 0,-50 12 29 0 0,7 1-3 0 0,7-7 17 0 0,21-15-2 0 0,-20 15-43 0 0,-11 6 4 0 0,7-10-15 0 0,17-20 46 0 0,-18 23 72 0 0,-5 7-88 0 0,-1 1-1 0 0,1 0 0 0 0,-1 0 0 0 0,0 0 1 0 0,1 0-1 0 0,-1 0 0 0 0,1 0 1 0 0,-1 0-1 0 0,0 0 0 0 0,0 0 0 0 0,0 0 1 0 0,0 0-1 0 0,0 0 0 0 0,0 0 1 0 0,0 0-1 0 0,0 0 0 0 0,0 0 1 0 0,0 0-1 0 0,0 0 0 0 0,-1 0 0 0 0,1 0 1 0 0,0 0-1 0 0,-2 2 0 0 0,0 24-573 0 0,2-25 568 0 0,0 1 0 0 0,0 0 0 0 0,1-1-1 0 0,-1 1 1 0 0,1 0 0 0 0,0-1-1 0 0,0 1 1 0 0,0-1 0 0 0,0 1 0 0 0,0-1-1 0 0,2 3 1 0 0,1 2-20 0 0,-2-1-53 0 0,1-3 94 0 0,6-1 25 0 0,23 10 12 0 0,-24-9 15 0 0,4-8 135 0 0,23-10-147 0 0,-29 13-72 0 0,-1 0 0 0 0,0-1 0 0 0,1 0 0 0 0,-1 1 1 0 0,0-1-1 0 0,8-8 0 0 0,-3 4-12 0 0,-2 1-115 0 0,-7 6 125 0 0,0 0 0 0 0,-1 0 0 0 0,1 0 0 0 0,-1 0 0 0 0,1 0 0 0 0,-1-1 0 0 0,1 1 0 0 0,-1 0 0 0 0,1 0 0 0 0,-1 0 0 0 0,1-1 0 0 0,-1 1 0 0 0,1 0 0 0 0,-1-1 0 0 0,0 1 0 0 0,1 0 0 0 0,-1-1-1 0 0,1 1 1 0 0,-1-1 0 0 0,0 1 0 0 0,1 0 0 0 0,-1-1 0 0 0,1 0 0 0 0,-1 1 37 0 0,0-1 0 0 0,0 1 0 0 0,0 0 0 0 0,0 0 0 0 0,0-1 0 0 0,1 1 0 0 0,-1 0 1 0 0,0 0-1 0 0,0-1 0 0 0,0 1 0 0 0,1 0 0 0 0,-1 0 0 0 0,0-1 0 0 0,0 1 0 0 0,1 0 0 0 0,-1 0 0 0 0,0 0 0 0 0,1 0 0 0 0,-1 0 0 0 0,0 0 0 0 0,0-1 0 0 0,1 1 0 0 0,-1 0 0 0 0,0 0 0 0 0,1 0 0 0 0,-1 0 0 0 0,0 0 0 0 0,1 0 0 0 0,-1 0 0 0 0,0 0 0 0 0,1 0 1 0 0,-1 0-1 0 0,0 1 0 0 0,0-1 0 0 0,1 0 0 0 0,-1 0 0 0 0,0 0 0 0 0,1 0 0 0 0,-1 0 0 0 0,0 0 0 0 0,0 1 0 0 0,1-1 0 0 0,-1 0 0 0 0,0 0 0 0 0,0 0 0 0 0,1 1 0 0 0,-1-1 0 0 0,0 0 0 0 0,0 0 0 0 0,0 1 0 0 0,1-1 0 0 0,-1 0 0 0 0,0 0 0 0 0,0 1 0 0 0,0-1 1 0 0,0 0-1 0 0,0 1 0 0 0,42 39-38 0 0,-34-33 54 0 0,3-8 46 0 0,-3 1-7 0 0,-5 0 23 0 0,0 0 1 0 0,0 0 0 0 0,-1 0 0 0 0,1-1 0 0 0,0 1 0 0 0,-1-1 0 0 0,1 1-1 0 0,-1-1 1 0 0,1 0 0 0 0,3-2 0 0 0,-2 1 60 0 0,0 0-1 0 0,0 0 1 0 0,0-1 0 0 0,-1 1-1 0 0,1-1 1 0 0,-1 0 0 0 0,4-4-1 0 0,2-2 26 0 0,-1 3 289 0 0,3-2 744 0 0,26-17-918 0 0,-30 21-143 0 0,-2 1-68 0 0,0 3-45 0 0,4-3 5 0 0,29-3 407 0 0,51 9 795 0 0,-86 10-1417 0 0,0-6 76 0 0,-1-5 31 0 0,-1 1 0 0 0,0-1 0 0 0,0 0 0 0 0,0 1 0 0 0,0-1-1 0 0,0 1 1 0 0,-1 0 0 0 0,1-1 0 0 0,-1 1 0 0 0,1 4 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4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48 3097 0 0,'0'0'1634'0'0,"0"0"-1593"0"0,-1-1 50 0 0,1 1 17 0 0,-1-1-24 0 0,-3-6 68 0 0,4 6-134 0 0,-19-29 261 0 0,15 23 2391 0 0,0 7-938 0 0,-3 13-746 0 0,4-4-894 0 0,2-6-18 0 0,0 1 0 0 0,0-1 0 0 0,0 1 0 0 0,0-1 0 0 0,0 1 0 0 0,1-1 0 0 0,0 7 0 0 0,4-1 109 0 0,12 24 7 0 0,14 22 650 0 0,-8-17-338 0 0,3-1 0 0 0,0-1 0 0 0,40 41-1 0 0,1 3 25 0 0,80 126 0 0 0,-90-122-116 0 0,106 123 0 0 0,142 141 534 0 0,-191-215-734 0 0,-8-17-37 0 0,78 97 251 0 0,67 94-144 0 0,-127-175-266 0 0,56 68 136 0 0,-112-108 21 0 0,36 44-49 0 0,-61-94-170 0 0,-34-35 28 0 0,-1-8-996 0 0,-7-1 220 0 0,-13-5-280 0 0,-13-2 366 0 0,18 6-330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1:50:50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1 411 4385 0 0,'0'0'3294'0'0,"-1"2"-3024"0"0,14 10-52 0 0,21 16-53 0 0,-26-21 54 0 0,-6-6-80 0 0,6 1 124 0 0,23 12 10 0 0,22 9 933 0 0,-5-2-706 0 0,-9-8-340 0 0,-29-11-148 0 0,20 7 65 0 0,7-1-45 0 0,15 0 23 0 0,-42-5-34 0 0,-5-2 8 0 0,-1 0-1 0 0,0-1 0 0 0,1 1 1 0 0,-1-1-1 0 0,1 0 0 0 0,-1 0 1 0 0,10-1-1 0 0,18-2-20 0 0,-24 3 6 0 0,8-3 480 0 0,15-7-461 0 0,-23 8 225 0 0,-7 1-257 0 0,-1 1-1 0 0,1-1 1 0 0,0 1 0 0 0,0-1 0 0 0,0 1 0 0 0,-1-1 0 0 0,1 0 0 0 0,0 1 0 0 0,-1-1 0 0 0,1 0 0 0 0,-1 0 0 0 0,1 0 0 0 0,-1 1 0 0 0,1-1 0 0 0,-1 0 0 0 0,0 0-1 0 0,1 0 1 0 0,-1 0 0 0 0,0 0 0 0 0,0 0 0 0 0,1 0 0 0 0,-1 0 0 0 0,0 1 0 0 0,0-1 0 0 0,0 0 0 0 0,0 0 0 0 0,0 0 0 0 0,-1 0 0 0 0,1-2 0 0 0,0-22 45 0 0,0 18 32 0 0,-11-1 210 0 0,-19-13-166 0 0,23 16 1 0 0,-2-6 355 0 0,-1 1-422 0 0,-23-33 418 0 0,-97-130-276 0 0,124 164-164 0 0,0 0 1 0 0,0-1 0 0 0,1 1 0 0 0,0-1-1 0 0,0-1 1 0 0,1 1 0 0 0,1 0-1 0 0,0-1 1 0 0,-3-16 0 0 0,2-28-4167 0 0,7 46 1790 0 0,14-30-1768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CCE360E1-1F2F-4ECC-8A8D-37670FD54F5F}" type="datetime1">
              <a:rPr lang="fr-FR" smtClean="0"/>
              <a:t>02/04/2026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A89C7E07-3C67-C64C-8DA0-0404F6303970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6987B-E6E7-A49A-208E-E3E03ED0A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366A35F3-FC14-440D-5A85-7F3E510AF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243B5626-3C29-BFA6-FADE-973FFABF1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E0590E-8011-A9E5-34CA-4E7B61EFF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39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F1262-0165-6AB0-73D4-0CEB74141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A5236946-E18E-35EE-0FA2-FC603EF90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05F4FBD-6805-8D48-0574-6DADFBB01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E18295-257D-2F89-E773-E1D503ED2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0215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E1720-963E-5B7B-7F93-BFC7B59E6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F5A02C8A-F7D9-D680-9CCD-A48AAC655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885C605-99EF-EC8C-7BE5-1CFF510B4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67F06C-1E20-1503-468C-A4FDBACA24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0992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04011-DF4D-7B6F-7C5F-4D47E0CDC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F17F9FBC-4BE5-F06E-3D53-91EADA8B8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E2A6DD9-0F45-1A34-56AE-094B5E9A4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CA1AF0-746A-BFB1-C9F9-5630B7E805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6178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9D878-DAEE-867F-963B-7EA738382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EA01A2F5-FEB9-26EA-93A3-65A619E70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4A410F2-5F7F-01EC-9604-34BA86E25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499113-7F64-6612-8231-D9CD3BD15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62501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81768-08B7-F47D-F279-0DDA11D77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0197BE9E-5875-3730-FD10-D02E9B2DC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0061DA5-CEBC-D715-2906-571787EC0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158E13-9F43-2E88-B13A-ED6CE07632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52680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C67F9-67ED-1012-B492-263E58085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2C4B99BD-A130-2805-5184-62E2792CD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517B65B-74AC-CB96-5C33-5F046B7E6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F64111-F4D0-37CE-8097-636C1BCA4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91056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191A0-9B6F-D80C-0253-270211CB3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B9FD2492-6E73-0D3E-C5DA-B86D05A43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94A5F1D-9213-4030-1A54-A0F7CF9B2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6E6823-D97F-3D97-6884-E8E7713425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49323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195F9-922C-41B0-E6FC-3253782F9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8D2E3DF0-9A97-FD3D-A76D-29C85C6CB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AABD5C7-F836-1340-B692-D052FEAFC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5AC82C-8D79-197A-EB2A-C352785A97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08397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6CFC3-2B2D-70DB-E621-C7927C2E6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5E0DCCE1-6D81-31C9-1869-204F7DE20C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DDD452A-3AFD-5E3C-8F59-38CA16159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167096B-12AE-3318-7A29-0AE8E6400C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4206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Forme automatiqu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 spc="50" baseline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fr-FR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3" name="Espace réservé du numéro de diapositive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 rtl="0"/>
              <a:t>‹#›</a:t>
            </a:fld>
            <a:endParaRPr lang="fr-FR" dirty="0">
              <a:latin typeface="+mn-lt"/>
            </a:endParaRPr>
          </a:p>
        </p:txBody>
      </p:sp>
      <p:sp>
        <p:nvSpPr>
          <p:cNvPr id="42" name="Espace réservé de la date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sec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’imag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fr-F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/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 dirty="0"/>
              <a:t>Cliquez sur l’icône pour ajouter une image</a:t>
            </a:r>
          </a:p>
        </p:txBody>
      </p: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e libre 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32" name="Titr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 rtl="0"/>
              <a:t>‹#›</a:t>
            </a:fld>
            <a:endParaRPr lang="fr-FR" dirty="0">
              <a:latin typeface="+mn-lt"/>
            </a:endParaRP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9436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 rtl="0"/>
              <a:t>‹#›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Forme automatiqu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8" name="Forme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9" name="Forme libre 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fr-FR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fr-FR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fr-FR" sz="2000"/>
            </a:lvl3pPr>
            <a:lvl4pPr marL="1371600" indent="0">
              <a:spcBef>
                <a:spcPts val="1800"/>
              </a:spcBef>
              <a:buFont typeface="+mj-lt"/>
              <a:buNone/>
              <a:defRPr lang="fr-FR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endParaRPr lang="fr-FR" dirty="0"/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 rtl="0"/>
              <a:t>‹#›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 rtl="0"/>
              <a:t>‹#›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table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e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7" name="Forme libre 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457200" indent="0">
              <a:spcBef>
                <a:spcPts val="1800"/>
              </a:spcBef>
              <a:buNone/>
              <a:defRPr lang="fr-FR" sz="2000"/>
            </a:lvl2pPr>
            <a:lvl3pPr marL="914400" indent="0">
              <a:spcBef>
                <a:spcPts val="1800"/>
              </a:spcBef>
              <a:buNone/>
              <a:defRPr lang="fr-FR" sz="2000"/>
            </a:lvl3pPr>
            <a:lvl4pPr marL="1371600" indent="0">
              <a:spcBef>
                <a:spcPts val="1800"/>
              </a:spcBef>
              <a:buNone/>
              <a:defRPr lang="fr-FR" sz="2000"/>
            </a:lvl4pPr>
            <a:lvl5pPr marL="1828800" indent="0">
              <a:spcBef>
                <a:spcPts val="1800"/>
              </a:spcBef>
              <a:buNone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 rtl="0"/>
              <a:t>‹#›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>
              <a:spcBef>
                <a:spcPts val="18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 rtl="0"/>
              <a:t>‹#›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9" name="Espace réservé du tableau 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fr-FR"/>
            </a:lvl1pPr>
          </a:lstStyle>
          <a:p>
            <a:pPr rtl="0"/>
            <a:r>
              <a:rPr lang="en-US"/>
              <a:t>Click icon to add table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 rtl="0"/>
              <a:t>‹#›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2" name="Espace réservé du titre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0" name="Espace réservé de la date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32" name="Espace réservé du numéro de diapositive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 rtl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fr-FR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fr-FR">
          <a:solidFill>
            <a:schemeClr val="tx2"/>
          </a:solidFill>
        </a:defRPr>
      </a:lvl2pPr>
      <a:lvl3pPr eaLnBrk="1" hangingPunct="1">
        <a:defRPr lang="fr-FR">
          <a:solidFill>
            <a:schemeClr val="tx2"/>
          </a:solidFill>
        </a:defRPr>
      </a:lvl3pPr>
      <a:lvl4pPr eaLnBrk="1" hangingPunct="1">
        <a:defRPr lang="fr-FR">
          <a:solidFill>
            <a:schemeClr val="tx2"/>
          </a:solidFill>
        </a:defRPr>
      </a:lvl4pPr>
      <a:lvl5pPr eaLnBrk="1" hangingPunct="1">
        <a:defRPr lang="fr-FR">
          <a:solidFill>
            <a:schemeClr val="tx2"/>
          </a:solidFill>
        </a:defRPr>
      </a:lvl5pPr>
      <a:lvl6pPr eaLnBrk="1" hangingPunct="1">
        <a:defRPr lang="fr-FR">
          <a:solidFill>
            <a:schemeClr val="tx2"/>
          </a:solidFill>
        </a:defRPr>
      </a:lvl6pPr>
      <a:lvl7pPr eaLnBrk="1" hangingPunct="1">
        <a:defRPr lang="fr-FR">
          <a:solidFill>
            <a:schemeClr val="tx2"/>
          </a:solidFill>
        </a:defRPr>
      </a:lvl7pPr>
      <a:lvl8pPr eaLnBrk="1" hangingPunct="1">
        <a:defRPr lang="fr-FR">
          <a:solidFill>
            <a:schemeClr val="tx2"/>
          </a:solidFill>
        </a:defRPr>
      </a:lvl8pPr>
      <a:lvl9pPr eaLnBrk="1" hangingPunct="1">
        <a:defRPr lang="fr-FR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18.png"/><Relationship Id="rId42" Type="http://schemas.openxmlformats.org/officeDocument/2006/relationships/customXml" Target="../ink/ink20.xml"/><Relationship Id="rId47" Type="http://schemas.openxmlformats.org/officeDocument/2006/relationships/image" Target="../media/image31.png"/><Relationship Id="rId63" Type="http://schemas.openxmlformats.org/officeDocument/2006/relationships/image" Target="../media/image39.png"/><Relationship Id="rId68" Type="http://schemas.openxmlformats.org/officeDocument/2006/relationships/customXml" Target="../ink/ink33.xml"/><Relationship Id="rId84" Type="http://schemas.openxmlformats.org/officeDocument/2006/relationships/customXml" Target="../ink/ink41.xml"/><Relationship Id="rId89" Type="http://schemas.openxmlformats.org/officeDocument/2006/relationships/image" Target="../media/image52.png"/><Relationship Id="rId16" Type="http://schemas.openxmlformats.org/officeDocument/2006/relationships/customXml" Target="../ink/ink7.xml"/><Relationship Id="rId11" Type="http://schemas.openxmlformats.org/officeDocument/2006/relationships/image" Target="../media/image13.png"/><Relationship Id="rId32" Type="http://schemas.openxmlformats.org/officeDocument/2006/relationships/customXml" Target="../ink/ink15.xml"/><Relationship Id="rId37" Type="http://schemas.openxmlformats.org/officeDocument/2006/relationships/image" Target="../media/image26.png"/><Relationship Id="rId53" Type="http://schemas.openxmlformats.org/officeDocument/2006/relationships/image" Target="../media/image34.png"/><Relationship Id="rId58" Type="http://schemas.openxmlformats.org/officeDocument/2006/relationships/customXml" Target="../ink/ink28.xml"/><Relationship Id="rId74" Type="http://schemas.openxmlformats.org/officeDocument/2006/relationships/customXml" Target="../ink/ink36.xml"/><Relationship Id="rId79" Type="http://schemas.openxmlformats.org/officeDocument/2006/relationships/image" Target="../media/image47.png"/><Relationship Id="rId5" Type="http://schemas.openxmlformats.org/officeDocument/2006/relationships/customXml" Target="../ink/ink2.xml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21.png"/><Relationship Id="rId30" Type="http://schemas.openxmlformats.org/officeDocument/2006/relationships/customXml" Target="../ink/ink14.xml"/><Relationship Id="rId35" Type="http://schemas.openxmlformats.org/officeDocument/2006/relationships/image" Target="../media/image25.png"/><Relationship Id="rId43" Type="http://schemas.openxmlformats.org/officeDocument/2006/relationships/image" Target="../media/image29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69" Type="http://schemas.openxmlformats.org/officeDocument/2006/relationships/image" Target="../media/image42.png"/><Relationship Id="rId77" Type="http://schemas.openxmlformats.org/officeDocument/2006/relationships/image" Target="../media/image46.png"/><Relationship Id="rId8" Type="http://schemas.openxmlformats.org/officeDocument/2006/relationships/image" Target="../media/image11.png"/><Relationship Id="rId51" Type="http://schemas.openxmlformats.org/officeDocument/2006/relationships/image" Target="../media/image33.png"/><Relationship Id="rId72" Type="http://schemas.openxmlformats.org/officeDocument/2006/relationships/customXml" Target="../ink/ink35.xml"/><Relationship Id="rId80" Type="http://schemas.openxmlformats.org/officeDocument/2006/relationships/customXml" Target="../ink/ink39.xml"/><Relationship Id="rId85" Type="http://schemas.openxmlformats.org/officeDocument/2006/relationships/image" Target="../media/image50.png"/><Relationship Id="rId3" Type="http://schemas.openxmlformats.org/officeDocument/2006/relationships/image" Target="../media/image8.png"/><Relationship Id="rId12" Type="http://schemas.openxmlformats.org/officeDocument/2006/relationships/customXml" Target="../ink/ink5.xml"/><Relationship Id="rId17" Type="http://schemas.openxmlformats.org/officeDocument/2006/relationships/image" Target="../media/image16.png"/><Relationship Id="rId25" Type="http://schemas.openxmlformats.org/officeDocument/2006/relationships/image" Target="../media/image20.png"/><Relationship Id="rId33" Type="http://schemas.openxmlformats.org/officeDocument/2006/relationships/image" Target="../media/image24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37.png"/><Relationship Id="rId67" Type="http://schemas.openxmlformats.org/officeDocument/2006/relationships/image" Target="../media/image41.png"/><Relationship Id="rId20" Type="http://schemas.openxmlformats.org/officeDocument/2006/relationships/customXml" Target="../ink/ink9.xml"/><Relationship Id="rId41" Type="http://schemas.openxmlformats.org/officeDocument/2006/relationships/image" Target="../media/image28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70" Type="http://schemas.openxmlformats.org/officeDocument/2006/relationships/customXml" Target="../ink/ink34.xml"/><Relationship Id="rId75" Type="http://schemas.openxmlformats.org/officeDocument/2006/relationships/image" Target="../media/image45.png"/><Relationship Id="rId83" Type="http://schemas.openxmlformats.org/officeDocument/2006/relationships/image" Target="../media/image49.png"/><Relationship Id="rId88" Type="http://schemas.openxmlformats.org/officeDocument/2006/relationships/customXml" Target="../ink/ink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5" Type="http://schemas.openxmlformats.org/officeDocument/2006/relationships/image" Target="../media/image15.png"/><Relationship Id="rId23" Type="http://schemas.openxmlformats.org/officeDocument/2006/relationships/image" Target="../media/image19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32.png"/><Relationship Id="rId57" Type="http://schemas.openxmlformats.org/officeDocument/2006/relationships/image" Target="../media/image36.png"/><Relationship Id="rId10" Type="http://schemas.openxmlformats.org/officeDocument/2006/relationships/customXml" Target="../ink/ink4.xml"/><Relationship Id="rId31" Type="http://schemas.openxmlformats.org/officeDocument/2006/relationships/image" Target="../media/image23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40.png"/><Relationship Id="rId73" Type="http://schemas.openxmlformats.org/officeDocument/2006/relationships/image" Target="../media/image44.png"/><Relationship Id="rId78" Type="http://schemas.openxmlformats.org/officeDocument/2006/relationships/customXml" Target="../ink/ink38.xml"/><Relationship Id="rId81" Type="http://schemas.openxmlformats.org/officeDocument/2006/relationships/image" Target="../media/image48.png"/><Relationship Id="rId86" Type="http://schemas.openxmlformats.org/officeDocument/2006/relationships/customXml" Target="../ink/ink42.xml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13" Type="http://schemas.openxmlformats.org/officeDocument/2006/relationships/image" Target="../media/image14.png"/><Relationship Id="rId18" Type="http://schemas.openxmlformats.org/officeDocument/2006/relationships/customXml" Target="../ink/ink8.xml"/><Relationship Id="rId39" Type="http://schemas.openxmlformats.org/officeDocument/2006/relationships/image" Target="../media/image27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35.png"/><Relationship Id="rId76" Type="http://schemas.openxmlformats.org/officeDocument/2006/relationships/customXml" Target="../ink/ink37.xml"/><Relationship Id="rId7" Type="http://schemas.openxmlformats.org/officeDocument/2006/relationships/customXml" Target="../ink/ink3.xml"/><Relationship Id="rId71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29" Type="http://schemas.openxmlformats.org/officeDocument/2006/relationships/image" Target="../media/image22.png"/><Relationship Id="rId24" Type="http://schemas.openxmlformats.org/officeDocument/2006/relationships/customXml" Target="../ink/ink11.xml"/><Relationship Id="rId40" Type="http://schemas.openxmlformats.org/officeDocument/2006/relationships/customXml" Target="../ink/ink19.xml"/><Relationship Id="rId45" Type="http://schemas.openxmlformats.org/officeDocument/2006/relationships/image" Target="../media/image30.png"/><Relationship Id="rId66" Type="http://schemas.openxmlformats.org/officeDocument/2006/relationships/customXml" Target="../ink/ink32.xml"/><Relationship Id="rId87" Type="http://schemas.openxmlformats.org/officeDocument/2006/relationships/image" Target="../media/image51.png"/><Relationship Id="rId61" Type="http://schemas.openxmlformats.org/officeDocument/2006/relationships/image" Target="../media/image38.png"/><Relationship Id="rId82" Type="http://schemas.openxmlformats.org/officeDocument/2006/relationships/customXml" Target="../ink/ink40.xml"/><Relationship Id="rId1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5.xml"/><Relationship Id="rId21" Type="http://schemas.openxmlformats.org/officeDocument/2006/relationships/image" Target="../media/image62.png"/><Relationship Id="rId42" Type="http://schemas.openxmlformats.org/officeDocument/2006/relationships/customXml" Target="../ink/ink63.xml"/><Relationship Id="rId47" Type="http://schemas.openxmlformats.org/officeDocument/2006/relationships/image" Target="../media/image75.png"/><Relationship Id="rId63" Type="http://schemas.openxmlformats.org/officeDocument/2006/relationships/image" Target="../media/image83.png"/><Relationship Id="rId68" Type="http://schemas.openxmlformats.org/officeDocument/2006/relationships/customXml" Target="../ink/ink76.xml"/><Relationship Id="rId84" Type="http://schemas.openxmlformats.org/officeDocument/2006/relationships/customXml" Target="../ink/ink84.xml"/><Relationship Id="rId89" Type="http://schemas.openxmlformats.org/officeDocument/2006/relationships/image" Target="../media/image96.png"/><Relationship Id="rId16" Type="http://schemas.openxmlformats.org/officeDocument/2006/relationships/customXml" Target="../ink/ink50.xml"/><Relationship Id="rId107" Type="http://schemas.openxmlformats.org/officeDocument/2006/relationships/image" Target="../media/image105.png"/><Relationship Id="rId11" Type="http://schemas.openxmlformats.org/officeDocument/2006/relationships/image" Target="../media/image57.png"/><Relationship Id="rId32" Type="http://schemas.openxmlformats.org/officeDocument/2006/relationships/customXml" Target="../ink/ink58.xml"/><Relationship Id="rId37" Type="http://schemas.openxmlformats.org/officeDocument/2006/relationships/image" Target="../media/image70.png"/><Relationship Id="rId53" Type="http://schemas.openxmlformats.org/officeDocument/2006/relationships/image" Target="../media/image78.png"/><Relationship Id="rId58" Type="http://schemas.openxmlformats.org/officeDocument/2006/relationships/customXml" Target="../ink/ink71.xml"/><Relationship Id="rId74" Type="http://schemas.openxmlformats.org/officeDocument/2006/relationships/customXml" Target="../ink/ink79.xml"/><Relationship Id="rId79" Type="http://schemas.openxmlformats.org/officeDocument/2006/relationships/image" Target="../media/image91.png"/><Relationship Id="rId102" Type="http://schemas.openxmlformats.org/officeDocument/2006/relationships/customXml" Target="../ink/ink93.xml"/><Relationship Id="rId5" Type="http://schemas.openxmlformats.org/officeDocument/2006/relationships/image" Target="../media/image54.png"/><Relationship Id="rId90" Type="http://schemas.openxmlformats.org/officeDocument/2006/relationships/customXml" Target="../ink/ink87.xml"/><Relationship Id="rId95" Type="http://schemas.openxmlformats.org/officeDocument/2006/relationships/image" Target="../media/image99.png"/><Relationship Id="rId22" Type="http://schemas.openxmlformats.org/officeDocument/2006/relationships/customXml" Target="../ink/ink53.xml"/><Relationship Id="rId27" Type="http://schemas.openxmlformats.org/officeDocument/2006/relationships/image" Target="../media/image65.png"/><Relationship Id="rId43" Type="http://schemas.openxmlformats.org/officeDocument/2006/relationships/image" Target="../media/image73.png"/><Relationship Id="rId48" Type="http://schemas.openxmlformats.org/officeDocument/2006/relationships/customXml" Target="../ink/ink66.xml"/><Relationship Id="rId64" Type="http://schemas.openxmlformats.org/officeDocument/2006/relationships/customXml" Target="../ink/ink74.xml"/><Relationship Id="rId69" Type="http://schemas.openxmlformats.org/officeDocument/2006/relationships/image" Target="../media/image86.png"/><Relationship Id="rId80" Type="http://schemas.openxmlformats.org/officeDocument/2006/relationships/customXml" Target="../ink/ink82.xml"/><Relationship Id="rId85" Type="http://schemas.openxmlformats.org/officeDocument/2006/relationships/image" Target="../media/image94.png"/><Relationship Id="rId12" Type="http://schemas.openxmlformats.org/officeDocument/2006/relationships/customXml" Target="../ink/ink48.xml"/><Relationship Id="rId17" Type="http://schemas.openxmlformats.org/officeDocument/2006/relationships/image" Target="../media/image60.png"/><Relationship Id="rId33" Type="http://schemas.openxmlformats.org/officeDocument/2006/relationships/image" Target="../media/image68.png"/><Relationship Id="rId38" Type="http://schemas.openxmlformats.org/officeDocument/2006/relationships/customXml" Target="../ink/ink61.xml"/><Relationship Id="rId59" Type="http://schemas.openxmlformats.org/officeDocument/2006/relationships/image" Target="../media/image81.png"/><Relationship Id="rId103" Type="http://schemas.openxmlformats.org/officeDocument/2006/relationships/image" Target="../media/image103.png"/><Relationship Id="rId20" Type="http://schemas.openxmlformats.org/officeDocument/2006/relationships/customXml" Target="../ink/ink52.xml"/><Relationship Id="rId41" Type="http://schemas.openxmlformats.org/officeDocument/2006/relationships/image" Target="../media/image72.png"/><Relationship Id="rId54" Type="http://schemas.openxmlformats.org/officeDocument/2006/relationships/customXml" Target="../ink/ink69.xml"/><Relationship Id="rId62" Type="http://schemas.openxmlformats.org/officeDocument/2006/relationships/customXml" Target="../ink/ink73.xml"/><Relationship Id="rId70" Type="http://schemas.openxmlformats.org/officeDocument/2006/relationships/customXml" Target="../ink/ink77.xml"/><Relationship Id="rId75" Type="http://schemas.openxmlformats.org/officeDocument/2006/relationships/image" Target="../media/image89.png"/><Relationship Id="rId83" Type="http://schemas.openxmlformats.org/officeDocument/2006/relationships/image" Target="../media/image93.png"/><Relationship Id="rId88" Type="http://schemas.openxmlformats.org/officeDocument/2006/relationships/customXml" Target="../ink/ink86.xml"/><Relationship Id="rId91" Type="http://schemas.openxmlformats.org/officeDocument/2006/relationships/image" Target="../media/image97.png"/><Relationship Id="rId96" Type="http://schemas.openxmlformats.org/officeDocument/2006/relationships/customXml" Target="../ink/ink9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5.xml"/><Relationship Id="rId15" Type="http://schemas.openxmlformats.org/officeDocument/2006/relationships/image" Target="../media/image59.png"/><Relationship Id="rId23" Type="http://schemas.openxmlformats.org/officeDocument/2006/relationships/image" Target="../media/image63.png"/><Relationship Id="rId28" Type="http://schemas.openxmlformats.org/officeDocument/2006/relationships/customXml" Target="../ink/ink56.xml"/><Relationship Id="rId36" Type="http://schemas.openxmlformats.org/officeDocument/2006/relationships/customXml" Target="../ink/ink60.xml"/><Relationship Id="rId49" Type="http://schemas.openxmlformats.org/officeDocument/2006/relationships/image" Target="../media/image76.png"/><Relationship Id="rId57" Type="http://schemas.openxmlformats.org/officeDocument/2006/relationships/image" Target="../media/image80.png"/><Relationship Id="rId106" Type="http://schemas.openxmlformats.org/officeDocument/2006/relationships/customXml" Target="../ink/ink95.xml"/><Relationship Id="rId10" Type="http://schemas.openxmlformats.org/officeDocument/2006/relationships/customXml" Target="../ink/ink47.xml"/><Relationship Id="rId31" Type="http://schemas.openxmlformats.org/officeDocument/2006/relationships/image" Target="../media/image67.png"/><Relationship Id="rId44" Type="http://schemas.openxmlformats.org/officeDocument/2006/relationships/customXml" Target="../ink/ink64.xml"/><Relationship Id="rId52" Type="http://schemas.openxmlformats.org/officeDocument/2006/relationships/customXml" Target="../ink/ink68.xml"/><Relationship Id="rId60" Type="http://schemas.openxmlformats.org/officeDocument/2006/relationships/customXml" Target="../ink/ink72.xml"/><Relationship Id="rId65" Type="http://schemas.openxmlformats.org/officeDocument/2006/relationships/image" Target="../media/image84.png"/><Relationship Id="rId73" Type="http://schemas.openxmlformats.org/officeDocument/2006/relationships/image" Target="../media/image88.png"/><Relationship Id="rId78" Type="http://schemas.openxmlformats.org/officeDocument/2006/relationships/customXml" Target="../ink/ink81.xml"/><Relationship Id="rId81" Type="http://schemas.openxmlformats.org/officeDocument/2006/relationships/image" Target="../media/image92.png"/><Relationship Id="rId86" Type="http://schemas.openxmlformats.org/officeDocument/2006/relationships/customXml" Target="../ink/ink85.xml"/><Relationship Id="rId94" Type="http://schemas.openxmlformats.org/officeDocument/2006/relationships/customXml" Target="../ink/ink89.xml"/><Relationship Id="rId99" Type="http://schemas.openxmlformats.org/officeDocument/2006/relationships/image" Target="../media/image101.png"/><Relationship Id="rId101" Type="http://schemas.openxmlformats.org/officeDocument/2006/relationships/image" Target="../media/image102.png"/><Relationship Id="rId4" Type="http://schemas.openxmlformats.org/officeDocument/2006/relationships/customXml" Target="../ink/ink44.xml"/><Relationship Id="rId9" Type="http://schemas.openxmlformats.org/officeDocument/2006/relationships/image" Target="../media/image56.png"/><Relationship Id="rId13" Type="http://schemas.openxmlformats.org/officeDocument/2006/relationships/image" Target="../media/image58.png"/><Relationship Id="rId18" Type="http://schemas.openxmlformats.org/officeDocument/2006/relationships/customXml" Target="../ink/ink51.xml"/><Relationship Id="rId39" Type="http://schemas.openxmlformats.org/officeDocument/2006/relationships/image" Target="../media/image71.png"/><Relationship Id="rId34" Type="http://schemas.openxmlformats.org/officeDocument/2006/relationships/customXml" Target="../ink/ink59.xml"/><Relationship Id="rId50" Type="http://schemas.openxmlformats.org/officeDocument/2006/relationships/customXml" Target="../ink/ink67.xml"/><Relationship Id="rId55" Type="http://schemas.openxmlformats.org/officeDocument/2006/relationships/image" Target="../media/image79.png"/><Relationship Id="rId76" Type="http://schemas.openxmlformats.org/officeDocument/2006/relationships/customXml" Target="../ink/ink80.xml"/><Relationship Id="rId97" Type="http://schemas.openxmlformats.org/officeDocument/2006/relationships/image" Target="../media/image100.png"/><Relationship Id="rId104" Type="http://schemas.openxmlformats.org/officeDocument/2006/relationships/customXml" Target="../ink/ink94.xml"/><Relationship Id="rId7" Type="http://schemas.openxmlformats.org/officeDocument/2006/relationships/image" Target="../media/image55.png"/><Relationship Id="rId71" Type="http://schemas.openxmlformats.org/officeDocument/2006/relationships/image" Target="../media/image87.png"/><Relationship Id="rId92" Type="http://schemas.openxmlformats.org/officeDocument/2006/relationships/customXml" Target="../ink/ink88.xml"/><Relationship Id="rId2" Type="http://schemas.openxmlformats.org/officeDocument/2006/relationships/notesSlide" Target="../notesSlides/notesSlide9.xml"/><Relationship Id="rId29" Type="http://schemas.openxmlformats.org/officeDocument/2006/relationships/image" Target="../media/image66.png"/><Relationship Id="rId24" Type="http://schemas.openxmlformats.org/officeDocument/2006/relationships/customXml" Target="../ink/ink54.xml"/><Relationship Id="rId40" Type="http://schemas.openxmlformats.org/officeDocument/2006/relationships/customXml" Target="../ink/ink62.xml"/><Relationship Id="rId45" Type="http://schemas.openxmlformats.org/officeDocument/2006/relationships/image" Target="../media/image74.png"/><Relationship Id="rId66" Type="http://schemas.openxmlformats.org/officeDocument/2006/relationships/customXml" Target="../ink/ink75.xml"/><Relationship Id="rId87" Type="http://schemas.openxmlformats.org/officeDocument/2006/relationships/image" Target="../media/image95.png"/><Relationship Id="rId61" Type="http://schemas.openxmlformats.org/officeDocument/2006/relationships/image" Target="../media/image82.png"/><Relationship Id="rId82" Type="http://schemas.openxmlformats.org/officeDocument/2006/relationships/customXml" Target="../ink/ink83.xml"/><Relationship Id="rId19" Type="http://schemas.openxmlformats.org/officeDocument/2006/relationships/image" Target="../media/image61.png"/><Relationship Id="rId14" Type="http://schemas.openxmlformats.org/officeDocument/2006/relationships/customXml" Target="../ink/ink49.xml"/><Relationship Id="rId30" Type="http://schemas.openxmlformats.org/officeDocument/2006/relationships/customXml" Target="../ink/ink57.xml"/><Relationship Id="rId35" Type="http://schemas.openxmlformats.org/officeDocument/2006/relationships/image" Target="../media/image69.png"/><Relationship Id="rId56" Type="http://schemas.openxmlformats.org/officeDocument/2006/relationships/customXml" Target="../ink/ink70.xml"/><Relationship Id="rId77" Type="http://schemas.openxmlformats.org/officeDocument/2006/relationships/image" Target="../media/image90.png"/><Relationship Id="rId100" Type="http://schemas.openxmlformats.org/officeDocument/2006/relationships/customXml" Target="../ink/ink92.xml"/><Relationship Id="rId105" Type="http://schemas.openxmlformats.org/officeDocument/2006/relationships/image" Target="../media/image104.png"/><Relationship Id="rId8" Type="http://schemas.openxmlformats.org/officeDocument/2006/relationships/customXml" Target="../ink/ink46.xml"/><Relationship Id="rId51" Type="http://schemas.openxmlformats.org/officeDocument/2006/relationships/image" Target="../media/image77.png"/><Relationship Id="rId72" Type="http://schemas.openxmlformats.org/officeDocument/2006/relationships/customXml" Target="../ink/ink78.xml"/><Relationship Id="rId93" Type="http://schemas.openxmlformats.org/officeDocument/2006/relationships/image" Target="../media/image98.png"/><Relationship Id="rId98" Type="http://schemas.openxmlformats.org/officeDocument/2006/relationships/customXml" Target="../ink/ink91.xml"/><Relationship Id="rId3" Type="http://schemas.openxmlformats.org/officeDocument/2006/relationships/image" Target="../media/image53.png"/><Relationship Id="rId25" Type="http://schemas.openxmlformats.org/officeDocument/2006/relationships/image" Target="../media/image64.png"/><Relationship Id="rId46" Type="http://schemas.openxmlformats.org/officeDocument/2006/relationships/customXml" Target="../ink/ink65.xml"/><Relationship Id="rId67" Type="http://schemas.openxmlformats.org/officeDocument/2006/relationships/image" Target="../media/image8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 err="1"/>
              <a:t>Decision</a:t>
            </a:r>
            <a:r>
              <a:rPr lang="fr-FR" dirty="0"/>
              <a:t> </a:t>
            </a:r>
            <a:r>
              <a:rPr lang="fr-FR" dirty="0" err="1"/>
              <a:t>tree</a:t>
            </a:r>
            <a:r>
              <a:rPr lang="fr-FR" dirty="0"/>
              <a:t> and </a:t>
            </a:r>
            <a:r>
              <a:rPr lang="fr-FR" dirty="0" err="1"/>
              <a:t>random</a:t>
            </a:r>
            <a:r>
              <a:rPr lang="fr-FR" dirty="0"/>
              <a:t> </a:t>
            </a:r>
            <a:r>
              <a:rPr lang="fr-FR" dirty="0" err="1"/>
              <a:t>forest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B5F3DF-66F7-D86E-072E-F3E0EA827B7D}"/>
              </a:ext>
            </a:extLst>
          </p:cNvPr>
          <p:cNvSpPr txBox="1"/>
          <p:nvPr/>
        </p:nvSpPr>
        <p:spPr>
          <a:xfrm>
            <a:off x="7240346" y="58993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Matthieu Giraud-Sauveur 250144S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 err="1"/>
              <a:t>Problem</a:t>
            </a:r>
            <a:r>
              <a:rPr lang="fr-FR" dirty="0"/>
              <a:t> to solve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9BD0C0-71E3-E07F-4948-B0EC2CAF7419}"/>
              </a:ext>
            </a:extLst>
          </p:cNvPr>
          <p:cNvSpPr txBox="1"/>
          <p:nvPr/>
        </p:nvSpPr>
        <p:spPr>
          <a:xfrm>
            <a:off x="594360" y="2902622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bg1"/>
                </a:solidFill>
              </a:rPr>
              <a:t>Problem to solve</a:t>
            </a:r>
            <a:endParaRPr lang="en-US" sz="20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Given a set of input features, predict an output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 output can be: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 </a:t>
            </a:r>
            <a:r>
              <a:rPr lang="en-US" sz="2000" b="1" dirty="0">
                <a:solidFill>
                  <a:schemeClr val="bg1"/>
                </a:solidFill>
              </a:rPr>
              <a:t>class</a:t>
            </a:r>
            <a:r>
              <a:rPr lang="en-US" sz="2000" dirty="0">
                <a:solidFill>
                  <a:schemeClr val="bg1"/>
                </a:solidFill>
              </a:rPr>
              <a:t> (classification)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 </a:t>
            </a:r>
            <a:r>
              <a:rPr lang="en-US" sz="2000" b="1" dirty="0">
                <a:solidFill>
                  <a:schemeClr val="bg1"/>
                </a:solidFill>
              </a:rPr>
              <a:t>value</a:t>
            </a:r>
            <a:r>
              <a:rPr lang="en-US" sz="2000" dirty="0">
                <a:solidFill>
                  <a:schemeClr val="bg1"/>
                </a:solidFill>
              </a:rPr>
              <a:t> (regression)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 challenge is to find decision rules that separate the data correctly</a:t>
            </a:r>
          </a:p>
        </p:txBody>
      </p:sp>
      <p:pic>
        <p:nvPicPr>
          <p:cNvPr id="2050" name="Picture 2" descr="Confused man face. Simple flat vector illustration of question dilemma  problem concept, isolated on white cartoon character, business asking  analysis mark. 18814640 Vector Art at Vecteezy">
            <a:extLst>
              <a:ext uri="{FF2B5EF4-FFF2-40B4-BE49-F238E27FC236}">
                <a16:creationId xmlns:a16="http://schemas.microsoft.com/office/drawing/2014/main" id="{CB31487B-41C4-CFBB-25B3-4472B76BA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663" y="2621885"/>
            <a:ext cx="2862322" cy="2862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74F28-4EB2-C8BB-239C-CE67CBA8E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A8856E-6A27-B6F2-A7E1-BE041A57F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Example of a </a:t>
            </a:r>
            <a:r>
              <a:rPr lang="fr-FR" dirty="0" err="1"/>
              <a:t>decision</a:t>
            </a:r>
            <a:r>
              <a:rPr lang="fr-FR" dirty="0"/>
              <a:t> </a:t>
            </a:r>
            <a:r>
              <a:rPr lang="fr-FR" dirty="0" err="1"/>
              <a:t>tree</a:t>
            </a:r>
            <a:endParaRPr lang="fr-F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1EB775-F134-EAE8-9173-68CDB33F5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4126" y="2361778"/>
            <a:ext cx="7298120" cy="449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58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C2929-20DC-651E-52BE-AC4EEA51E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704D03-C098-54EC-DC10-A0DEA2A4D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Data to </a:t>
            </a:r>
            <a:r>
              <a:rPr lang="fr-FR" dirty="0" err="1"/>
              <a:t>build</a:t>
            </a:r>
            <a:r>
              <a:rPr lang="fr-FR" dirty="0"/>
              <a:t> a </a:t>
            </a:r>
            <a:r>
              <a:rPr lang="fr-FR" dirty="0" err="1"/>
              <a:t>decision</a:t>
            </a:r>
            <a:r>
              <a:rPr lang="fr-FR" dirty="0"/>
              <a:t> </a:t>
            </a:r>
            <a:r>
              <a:rPr lang="fr-FR" dirty="0" err="1"/>
              <a:t>tree</a:t>
            </a:r>
            <a:endParaRPr lang="fr-F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C13152-F266-7F7F-D1B9-96A5EB47B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975" y="2955758"/>
            <a:ext cx="5565840" cy="342900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221650-31BE-7EC8-11B9-5637146E3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478552"/>
              </p:ext>
            </p:extLst>
          </p:nvPr>
        </p:nvGraphicFramePr>
        <p:xfrm>
          <a:off x="970547" y="3284622"/>
          <a:ext cx="3481135" cy="2650956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696227">
                  <a:extLst>
                    <a:ext uri="{9D8B030D-6E8A-4147-A177-3AD203B41FA5}">
                      <a16:colId xmlns:a16="http://schemas.microsoft.com/office/drawing/2014/main" val="2732952425"/>
                    </a:ext>
                  </a:extLst>
                </a:gridCol>
                <a:gridCol w="696227">
                  <a:extLst>
                    <a:ext uri="{9D8B030D-6E8A-4147-A177-3AD203B41FA5}">
                      <a16:colId xmlns:a16="http://schemas.microsoft.com/office/drawing/2014/main" val="265973925"/>
                    </a:ext>
                  </a:extLst>
                </a:gridCol>
                <a:gridCol w="696227">
                  <a:extLst>
                    <a:ext uri="{9D8B030D-6E8A-4147-A177-3AD203B41FA5}">
                      <a16:colId xmlns:a16="http://schemas.microsoft.com/office/drawing/2014/main" val="202457271"/>
                    </a:ext>
                  </a:extLst>
                </a:gridCol>
                <a:gridCol w="696227">
                  <a:extLst>
                    <a:ext uri="{9D8B030D-6E8A-4147-A177-3AD203B41FA5}">
                      <a16:colId xmlns:a16="http://schemas.microsoft.com/office/drawing/2014/main" val="3558722838"/>
                    </a:ext>
                  </a:extLst>
                </a:gridCol>
                <a:gridCol w="696227">
                  <a:extLst>
                    <a:ext uri="{9D8B030D-6E8A-4147-A177-3AD203B41FA5}">
                      <a16:colId xmlns:a16="http://schemas.microsoft.com/office/drawing/2014/main" val="1703139559"/>
                    </a:ext>
                  </a:extLst>
                </a:gridCol>
              </a:tblGrid>
              <a:tr h="37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Outlook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Temperature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Humidity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Wind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Play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52090699"/>
                  </a:ext>
                </a:extLst>
              </a:tr>
              <a:tr h="1893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Sunny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Hot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High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Weak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No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74809947"/>
                  </a:ext>
                </a:extLst>
              </a:tr>
              <a:tr h="1893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Sunny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Hot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High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Strong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No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97763577"/>
                  </a:ext>
                </a:extLst>
              </a:tr>
              <a:tr h="1893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Sunny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Mild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High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Weak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No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30883320"/>
                  </a:ext>
                </a:extLst>
              </a:tr>
              <a:tr h="1893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Sunny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Cool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Normal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Weak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Yes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72111593"/>
                  </a:ext>
                </a:extLst>
              </a:tr>
              <a:tr h="1893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Sunny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Mild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Normal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Strong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Yes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09437762"/>
                  </a:ext>
                </a:extLst>
              </a:tr>
              <a:tr h="1893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Overcast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Hot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High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Weak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Yes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82315616"/>
                  </a:ext>
                </a:extLst>
              </a:tr>
              <a:tr h="1893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Overcast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Mild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Normal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Strong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Yes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12383903"/>
                  </a:ext>
                </a:extLst>
              </a:tr>
              <a:tr h="1893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Overcast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Cool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High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Weak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Yes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51109402"/>
                  </a:ext>
                </a:extLst>
              </a:tr>
              <a:tr h="1893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Rain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Mild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High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Weak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Yes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25066190"/>
                  </a:ext>
                </a:extLst>
              </a:tr>
              <a:tr h="1893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Rain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Cool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Normal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Weak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Yes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3367523"/>
                  </a:ext>
                </a:extLst>
              </a:tr>
              <a:tr h="1893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Rain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Mild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High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Strong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No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12057929"/>
                  </a:ext>
                </a:extLst>
              </a:tr>
              <a:tr h="1893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Rain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Cool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Normal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Strong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No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795061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135A115-E453-D799-1D45-9AA81A5C2EF4}"/>
                  </a:ext>
                </a:extLst>
              </p14:cNvPr>
              <p14:cNvContentPartPr/>
              <p14:nvPr/>
            </p14:nvContentPartPr>
            <p14:xfrm>
              <a:off x="4744244" y="4391103"/>
              <a:ext cx="1067760" cy="72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135A115-E453-D799-1D45-9AA81A5C2E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35604" y="4382103"/>
                <a:ext cx="1085400" cy="9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094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87F7F-8A11-2FC2-3D43-1B5AF31E2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9AA48F-C62B-1512-653D-5B96FDDC3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How to </a:t>
            </a:r>
            <a:r>
              <a:rPr lang="fr-FR" dirty="0" err="1"/>
              <a:t>construct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D28136A-4078-DD22-7979-022E1A36A134}"/>
              </a:ext>
            </a:extLst>
          </p:cNvPr>
          <p:cNvSpPr>
            <a:spLocks noGrp="1" noChangeArrowheads="1"/>
          </p:cNvSpPr>
          <p:nvPr>
            <p:ph sz="quarter" idx="16"/>
          </p:nvPr>
        </p:nvSpPr>
        <p:spPr bwMode="auto">
          <a:xfrm>
            <a:off x="692067" y="2694816"/>
            <a:ext cx="433003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Start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with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all training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Find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best split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among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features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Divide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data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into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smaller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groups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Repeat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process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recursively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Stop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when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node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pure or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too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small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Assign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prediction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each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leaf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014F3D-FA01-13E9-1FAC-DD73C4050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973" y="2908812"/>
            <a:ext cx="4869296" cy="299987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22D7AC-7838-BD11-BD36-81D0D6E12D9D}"/>
              </a:ext>
            </a:extLst>
          </p:cNvPr>
          <p:cNvCxnSpPr>
            <a:cxnSpLocks/>
          </p:cNvCxnSpPr>
          <p:nvPr/>
        </p:nvCxnSpPr>
        <p:spPr>
          <a:xfrm>
            <a:off x="4796589" y="3729789"/>
            <a:ext cx="25025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1F00A5B-D5EC-C33F-5F9E-2F7C95B658AF}"/>
              </a:ext>
            </a:extLst>
          </p:cNvPr>
          <p:cNvSpPr txBox="1"/>
          <p:nvPr/>
        </p:nvSpPr>
        <p:spPr>
          <a:xfrm>
            <a:off x="5325978" y="3406623"/>
            <a:ext cx="15721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How to know </a:t>
            </a:r>
            <a:r>
              <a:rPr lang="fr-FR" dirty="0" err="1">
                <a:solidFill>
                  <a:schemeClr val="bg1"/>
                </a:solidFill>
              </a:rPr>
              <a:t>which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is</a:t>
            </a:r>
            <a:r>
              <a:rPr lang="fr-FR" dirty="0">
                <a:solidFill>
                  <a:schemeClr val="bg1"/>
                </a:solidFill>
              </a:rPr>
              <a:t> best?</a:t>
            </a:r>
          </a:p>
          <a:p>
            <a:r>
              <a:rPr lang="fr-FR" dirty="0">
                <a:solidFill>
                  <a:schemeClr val="bg1"/>
                </a:solidFill>
              </a:rPr>
              <a:t>- </a:t>
            </a:r>
            <a:r>
              <a:rPr lang="fr-FR" dirty="0" err="1">
                <a:solidFill>
                  <a:schemeClr val="bg1"/>
                </a:solidFill>
              </a:rPr>
              <a:t>Entropy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405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D0DB9-0FC2-5153-500F-2911C77D2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A81016-19A4-7236-6B65-CA2847A05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 err="1"/>
              <a:t>Entropy</a:t>
            </a:r>
            <a:r>
              <a:rPr lang="fr-FR" dirty="0"/>
              <a:t> of </a:t>
            </a:r>
            <a:r>
              <a:rPr lang="fr-FR" dirty="0" err="1"/>
              <a:t>decision</a:t>
            </a:r>
            <a:r>
              <a:rPr lang="fr-FR" dirty="0"/>
              <a:t> </a:t>
            </a:r>
            <a:r>
              <a:rPr lang="fr-FR" dirty="0" err="1"/>
              <a:t>tree</a:t>
            </a:r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7742C4-9938-5A0B-CA07-423E99FCE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05" y="2705217"/>
            <a:ext cx="6553768" cy="19127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B9A235-79A7-8D1C-D558-61F8B1E50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05" y="4658108"/>
            <a:ext cx="5692633" cy="5410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5D0C1E-F20F-3D03-ABC5-29FAE66514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214" y="5489777"/>
            <a:ext cx="6271803" cy="739204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772E2D9-2E93-4EC2-5000-2616F645B241}"/>
              </a:ext>
            </a:extLst>
          </p:cNvPr>
          <p:cNvCxnSpPr>
            <a:cxnSpLocks/>
          </p:cNvCxnSpPr>
          <p:nvPr/>
        </p:nvCxnSpPr>
        <p:spPr>
          <a:xfrm flipV="1">
            <a:off x="7226968" y="5585602"/>
            <a:ext cx="681790" cy="117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161074A-6093-AE41-C84E-82724572131D}"/>
              </a:ext>
            </a:extLst>
          </p:cNvPr>
          <p:cNvCxnSpPr>
            <a:cxnSpLocks/>
          </p:cNvCxnSpPr>
          <p:nvPr/>
        </p:nvCxnSpPr>
        <p:spPr>
          <a:xfrm>
            <a:off x="6986337" y="6128084"/>
            <a:ext cx="6657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57B64B5-79C3-A6E6-638A-6678C408967E}"/>
              </a:ext>
            </a:extLst>
          </p:cNvPr>
          <p:cNvSpPr txBox="1"/>
          <p:nvPr/>
        </p:nvSpPr>
        <p:spPr>
          <a:xfrm>
            <a:off x="7980948" y="5305111"/>
            <a:ext cx="2096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It </a:t>
            </a:r>
            <a:r>
              <a:rPr lang="fr-FR" dirty="0" err="1">
                <a:solidFill>
                  <a:schemeClr val="bg1"/>
                </a:solidFill>
              </a:rPr>
              <a:t>does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discriminate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06E430-6FAE-30B7-918A-6740FC5D05DF}"/>
              </a:ext>
            </a:extLst>
          </p:cNvPr>
          <p:cNvSpPr txBox="1"/>
          <p:nvPr/>
        </p:nvSpPr>
        <p:spPr>
          <a:xfrm>
            <a:off x="7756358" y="5943418"/>
            <a:ext cx="3526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It </a:t>
            </a:r>
            <a:r>
              <a:rPr lang="fr-FR" dirty="0" err="1">
                <a:solidFill>
                  <a:schemeClr val="bg1"/>
                </a:solidFill>
              </a:rPr>
              <a:t>doesn’t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discriminate</a:t>
            </a:r>
            <a:r>
              <a:rPr lang="fr-FR" dirty="0">
                <a:solidFill>
                  <a:schemeClr val="bg1"/>
                </a:solidFill>
              </a:rPr>
              <a:t>: </a:t>
            </a:r>
            <a:r>
              <a:rPr lang="fr-FR" dirty="0" err="1">
                <a:solidFill>
                  <a:schemeClr val="bg1"/>
                </a:solidFill>
              </a:rPr>
              <a:t>bad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choice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189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0020A-1BF5-E2A0-BA8B-B0554CF5C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3C5359-5302-7A00-FF84-4CF941722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Information gain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A06108-2E44-381A-5014-A87B97A0A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92" y="2840713"/>
            <a:ext cx="6995766" cy="203471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A9283C-D6A4-0BC6-DB82-19F6B1F4F0E2}"/>
              </a:ext>
            </a:extLst>
          </p:cNvPr>
          <p:cNvCxnSpPr/>
          <p:nvPr/>
        </p:nvCxnSpPr>
        <p:spPr>
          <a:xfrm flipH="1">
            <a:off x="2735179" y="4812632"/>
            <a:ext cx="561474" cy="593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86C3954-5A5A-C837-EA15-50F2B6608815}"/>
              </a:ext>
            </a:extLst>
          </p:cNvPr>
          <p:cNvCxnSpPr>
            <a:cxnSpLocks/>
          </p:cNvCxnSpPr>
          <p:nvPr/>
        </p:nvCxnSpPr>
        <p:spPr>
          <a:xfrm>
            <a:off x="5839326" y="5085166"/>
            <a:ext cx="370537" cy="425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F73DE63-5321-28B5-7D56-01CD82AA55ED}"/>
              </a:ext>
            </a:extLst>
          </p:cNvPr>
          <p:cNvSpPr txBox="1"/>
          <p:nvPr/>
        </p:nvSpPr>
        <p:spPr>
          <a:xfrm>
            <a:off x="1154488" y="5434263"/>
            <a:ext cx="2649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chemeClr val="bg1"/>
                </a:solidFill>
              </a:rPr>
              <a:t>Disorder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before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this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node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2D37DB-7480-AACA-1AAE-C8BEABD9A1C6}"/>
              </a:ext>
            </a:extLst>
          </p:cNvPr>
          <p:cNvSpPr txBox="1"/>
          <p:nvPr/>
        </p:nvSpPr>
        <p:spPr>
          <a:xfrm>
            <a:off x="6209863" y="5623766"/>
            <a:ext cx="2485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chemeClr val="bg1"/>
                </a:solidFill>
              </a:rPr>
              <a:t>Disorder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after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this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node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78FB04-AF20-3626-C4C4-616198E70878}"/>
              </a:ext>
            </a:extLst>
          </p:cNvPr>
          <p:cNvSpPr txBox="1"/>
          <p:nvPr/>
        </p:nvSpPr>
        <p:spPr>
          <a:xfrm>
            <a:off x="8688208" y="3534905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The </a:t>
            </a:r>
            <a:r>
              <a:rPr lang="fr-FR" dirty="0" err="1">
                <a:solidFill>
                  <a:schemeClr val="bg1"/>
                </a:solidFill>
              </a:rPr>
              <a:t>greater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is</a:t>
            </a:r>
            <a:r>
              <a:rPr lang="fr-FR" dirty="0">
                <a:solidFill>
                  <a:schemeClr val="bg1"/>
                </a:solidFill>
              </a:rPr>
              <a:t> the gain the </a:t>
            </a:r>
            <a:r>
              <a:rPr lang="fr-FR" dirty="0" err="1">
                <a:solidFill>
                  <a:schemeClr val="bg1"/>
                </a:solidFill>
              </a:rPr>
              <a:t>better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is</a:t>
            </a:r>
            <a:r>
              <a:rPr lang="fr-FR" dirty="0">
                <a:solidFill>
                  <a:schemeClr val="bg1"/>
                </a:solidFill>
              </a:rPr>
              <a:t> the </a:t>
            </a:r>
            <a:r>
              <a:rPr lang="fr-FR" dirty="0" err="1">
                <a:solidFill>
                  <a:schemeClr val="bg1"/>
                </a:solidFill>
              </a:rPr>
              <a:t>cut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D9927268-2218-3C99-3366-E5A27D4621F9}"/>
              </a:ext>
            </a:extLst>
          </p:cNvPr>
          <p:cNvSpPr/>
          <p:nvPr/>
        </p:nvSpPr>
        <p:spPr>
          <a:xfrm>
            <a:off x="8282441" y="3657600"/>
            <a:ext cx="336884" cy="200526"/>
          </a:xfrm>
          <a:prstGeom prst="rightArrow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4624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BCECB-2C1B-E1C2-536B-8A2902BFB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91D656-EC91-2BF9-A923-BC805A7BF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Example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9C10C7A-3CF7-08EA-5331-3BEF5F385F88}"/>
                  </a:ext>
                </a:extLst>
              </p:cNvPr>
              <p:cNvSpPr txBox="1"/>
              <p:nvPr/>
            </p:nvSpPr>
            <p:spPr>
              <a:xfrm>
                <a:off x="827909" y="2803176"/>
                <a:ext cx="4655633" cy="18587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solidFill>
                      <a:schemeClr val="bg1"/>
                    </a:solidFill>
                  </a:rPr>
                  <a:t>8 observations :</a:t>
                </a:r>
              </a:p>
              <a:p>
                <a:r>
                  <a:rPr lang="fr-FR" dirty="0">
                    <a:solidFill>
                      <a:schemeClr val="bg1"/>
                    </a:solidFill>
                  </a:rPr>
                  <a:t>4 </a:t>
                </a:r>
                <a:r>
                  <a:rPr lang="fr-FR" b="1" dirty="0">
                    <a:solidFill>
                      <a:schemeClr val="bg1"/>
                    </a:solidFill>
                  </a:rPr>
                  <a:t>Yes</a:t>
                </a:r>
                <a:r>
                  <a:rPr lang="fr-FR" dirty="0">
                    <a:solidFill>
                      <a:schemeClr val="bg1"/>
                    </a:solidFill>
                  </a:rPr>
                  <a:t> </a:t>
                </a:r>
              </a:p>
              <a:p>
                <a:r>
                  <a:rPr lang="fr-FR" dirty="0">
                    <a:solidFill>
                      <a:schemeClr val="bg1"/>
                    </a:solidFill>
                  </a:rPr>
                  <a:t>4 </a:t>
                </a:r>
                <a:r>
                  <a:rPr lang="fr-FR" b="1" dirty="0">
                    <a:solidFill>
                      <a:schemeClr val="bg1"/>
                    </a:solidFill>
                  </a:rPr>
                  <a:t>No</a:t>
                </a:r>
                <a:r>
                  <a:rPr lang="fr-FR" dirty="0">
                    <a:solidFill>
                      <a:schemeClr val="bg1"/>
                    </a:solidFill>
                  </a:rPr>
                  <a:t> </a:t>
                </a:r>
              </a:p>
              <a:p>
                <a:r>
                  <a:rPr lang="fr-FR" b="1" dirty="0">
                    <a:solidFill>
                      <a:schemeClr val="bg1"/>
                    </a:solidFill>
                  </a:rPr>
                  <a:t>Entropie du parent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ar-A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ar-A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ar-A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ar-AE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ar-A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ar-A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ar-A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ar-AE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9C10C7A-3CF7-08EA-5331-3BEF5F385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909" y="2803176"/>
                <a:ext cx="4655633" cy="1858779"/>
              </a:xfrm>
              <a:prstGeom prst="rect">
                <a:avLst/>
              </a:prstGeom>
              <a:blipFill>
                <a:blip r:embed="rId3"/>
                <a:stretch>
                  <a:fillRect l="-1178" t="-19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58C266B-A921-A2FB-4C70-BEA3766FAB23}"/>
              </a:ext>
            </a:extLst>
          </p:cNvPr>
          <p:cNvSpPr txBox="1"/>
          <p:nvPr/>
        </p:nvSpPr>
        <p:spPr>
          <a:xfrm>
            <a:off x="594360" y="2433844"/>
            <a:ext cx="1792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i="1" dirty="0">
                <a:solidFill>
                  <a:schemeClr val="bg1"/>
                </a:solidFill>
              </a:rPr>
              <a:t>At parent </a:t>
            </a:r>
            <a:r>
              <a:rPr lang="fr-FR" sz="2000" b="1" i="1" dirty="0" err="1">
                <a:solidFill>
                  <a:schemeClr val="bg1"/>
                </a:solidFill>
              </a:rPr>
              <a:t>node</a:t>
            </a:r>
            <a:endParaRPr lang="fr-FR" sz="2000" b="1" i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26C196-0AFF-9D73-E32E-FA760BFB5563}"/>
              </a:ext>
            </a:extLst>
          </p:cNvPr>
          <p:cNvSpPr txBox="1"/>
          <p:nvPr/>
        </p:nvSpPr>
        <p:spPr>
          <a:xfrm>
            <a:off x="6096000" y="2403066"/>
            <a:ext cx="12232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i="1" dirty="0" err="1">
                <a:solidFill>
                  <a:schemeClr val="bg1"/>
                </a:solidFill>
              </a:rPr>
              <a:t>After</a:t>
            </a:r>
            <a:r>
              <a:rPr lang="fr-FR" sz="2000" b="1" i="1" dirty="0">
                <a:solidFill>
                  <a:schemeClr val="bg1"/>
                </a:solidFill>
              </a:rPr>
              <a:t> split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863D7F-1CD6-626F-CCE1-B82CD49AB1AA}"/>
                  </a:ext>
                </a:extLst>
              </p:cNvPr>
              <p:cNvSpPr txBox="1"/>
              <p:nvPr/>
            </p:nvSpPr>
            <p:spPr>
              <a:xfrm>
                <a:off x="6184232" y="2955576"/>
                <a:ext cx="6096000" cy="19967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fr-FR" b="1" dirty="0">
                    <a:solidFill>
                      <a:schemeClr val="bg1"/>
                    </a:solidFill>
                  </a:rPr>
                  <a:t>Child 1</a:t>
                </a:r>
                <a:r>
                  <a:rPr lang="fr-FR" dirty="0">
                    <a:solidFill>
                      <a:schemeClr val="bg1"/>
                    </a:solidFill>
                  </a:rPr>
                  <a:t> : 4 Yes, 0 No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fr-FR" b="1" dirty="0">
                    <a:solidFill>
                      <a:schemeClr val="bg1"/>
                    </a:solidFill>
                  </a:rPr>
                  <a:t>Child 2</a:t>
                </a:r>
                <a:r>
                  <a:rPr lang="fr-FR" dirty="0">
                    <a:solidFill>
                      <a:schemeClr val="bg1"/>
                    </a:solidFill>
                  </a:rPr>
                  <a:t> : 0 Yes, 4 No </a:t>
                </a:r>
              </a:p>
              <a:p>
                <a:pPr>
                  <a:buNone/>
                </a:pPr>
                <a:r>
                  <a:rPr lang="fr-FR" b="1" dirty="0">
                    <a:solidFill>
                      <a:schemeClr val="bg1"/>
                    </a:solidFill>
                  </a:rPr>
                  <a:t>Entropie des enfants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, </m:t>
                      </m:r>
                      <m:r>
                        <a:rPr lang="ar-AE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dirty="0">
                  <a:solidFill>
                    <a:schemeClr val="bg1"/>
                  </a:solidFill>
                </a:endParaRPr>
              </a:p>
              <a:p>
                <a:pPr>
                  <a:buNone/>
                </a:pPr>
                <a:r>
                  <a:rPr lang="fr-FR" b="1" dirty="0">
                    <a:solidFill>
                      <a:schemeClr val="bg1"/>
                    </a:solidFill>
                  </a:rPr>
                  <a:t>Entropie pondérée après split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ar-AE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ar-AE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ar-AE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ar-AE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863D7F-1CD6-626F-CCE1-B82CD49AB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232" y="2955576"/>
                <a:ext cx="6096000" cy="1996700"/>
              </a:xfrm>
              <a:prstGeom prst="rect">
                <a:avLst/>
              </a:prstGeom>
              <a:blipFill>
                <a:blip r:embed="rId4"/>
                <a:stretch>
                  <a:fillRect l="-800" t="-183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8531FE9E-B975-FE67-2CF3-D478A8F531E1}"/>
              </a:ext>
            </a:extLst>
          </p:cNvPr>
          <p:cNvGrpSpPr/>
          <p:nvPr/>
        </p:nvGrpSpPr>
        <p:grpSpPr>
          <a:xfrm>
            <a:off x="2838404" y="2331543"/>
            <a:ext cx="3089160" cy="354960"/>
            <a:chOff x="2838404" y="2331543"/>
            <a:chExt cx="3089160" cy="35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8B7385-3C13-02E0-9C9E-CAE391E71C3A}"/>
                    </a:ext>
                  </a:extLst>
                </p14:cNvPr>
                <p14:cNvContentPartPr/>
                <p14:nvPr/>
              </p14:nvContentPartPr>
              <p14:xfrm>
                <a:off x="2838404" y="2331543"/>
                <a:ext cx="2927520" cy="280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8B7385-3C13-02E0-9C9E-CAE391E71C3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20764" y="2313543"/>
                  <a:ext cx="29631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CE381C1-9472-6644-D029-60696F63DDBA}"/>
                    </a:ext>
                  </a:extLst>
                </p14:cNvPr>
                <p14:cNvContentPartPr/>
                <p14:nvPr/>
              </p14:nvContentPartPr>
              <p14:xfrm>
                <a:off x="5738924" y="2425863"/>
                <a:ext cx="188640" cy="260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CE381C1-9472-6644-D029-60696F63DDB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720924" y="2407863"/>
                  <a:ext cx="224280" cy="296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E2EBF59-9E2A-9BC7-1C26-641FE38FB64D}"/>
              </a:ext>
            </a:extLst>
          </p:cNvPr>
          <p:cNvSpPr/>
          <p:nvPr/>
        </p:nvSpPr>
        <p:spPr>
          <a:xfrm>
            <a:off x="1812180" y="5091608"/>
            <a:ext cx="574209" cy="320842"/>
          </a:xfrm>
          <a:prstGeom prst="rightArrow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03DC070-73D0-249B-9254-7E9B2CCEFE13}"/>
                  </a:ext>
                </a:extLst>
              </p:cNvPr>
              <p:cNvSpPr txBox="1"/>
              <p:nvPr/>
            </p:nvSpPr>
            <p:spPr>
              <a:xfrm>
                <a:off x="2484521" y="5065458"/>
                <a:ext cx="61401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fr-FR" b="1" dirty="0">
                    <a:solidFill>
                      <a:schemeClr val="bg1"/>
                    </a:solidFill>
                  </a:rPr>
                  <a:t>Information gain: </a:t>
                </a:r>
                <a14:m>
                  <m:oMath xmlns:m="http://schemas.openxmlformats.org/officeDocument/2006/math">
                    <m:r>
                      <a:rPr lang="fr-F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𝐺𝑎𝑖𝑛</m:t>
                    </m:r>
                    <m:r>
                      <a:rPr lang="fr-FR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fr-FR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fr-FR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fr-FR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03DC070-73D0-249B-9254-7E9B2CCEF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521" y="5065458"/>
                <a:ext cx="6140116" cy="369332"/>
              </a:xfrm>
              <a:prstGeom prst="rect">
                <a:avLst/>
              </a:prstGeom>
              <a:blipFill>
                <a:blip r:embed="rId9"/>
                <a:stretch>
                  <a:fillRect l="-894" t="-9836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B3E5284-ADE1-8C2C-8639-A7F559C6BEEC}"/>
                  </a:ext>
                </a:extLst>
              </p14:cNvPr>
              <p14:cNvContentPartPr/>
              <p14:nvPr/>
            </p14:nvContentPartPr>
            <p14:xfrm>
              <a:off x="7300244" y="241168"/>
              <a:ext cx="567000" cy="5670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B3E5284-ADE1-8C2C-8639-A7F559C6BEE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91604" y="232168"/>
                <a:ext cx="584640" cy="58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E503A87-0BD6-DDD8-05D3-45E6ED66AA4C}"/>
                  </a:ext>
                </a:extLst>
              </p14:cNvPr>
              <p14:cNvContentPartPr/>
              <p14:nvPr/>
            </p14:nvContentPartPr>
            <p14:xfrm>
              <a:off x="7985343" y="1411587"/>
              <a:ext cx="492940" cy="4929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E503A87-0BD6-DDD8-05D3-45E6ED66AA4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76341" y="1402585"/>
                <a:ext cx="510584" cy="5105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C5CE0B3-46D3-180D-828A-880C855E8D75}"/>
                  </a:ext>
                </a:extLst>
              </p14:cNvPr>
              <p14:cNvContentPartPr/>
              <p14:nvPr/>
            </p14:nvContentPartPr>
            <p14:xfrm>
              <a:off x="6707642" y="1413851"/>
              <a:ext cx="492940" cy="4929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C5CE0B3-46D3-180D-828A-880C855E8D7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99000" y="1404849"/>
                <a:ext cx="510584" cy="510584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B3DF3C35-0693-F8E4-20E5-2F4135B33E6A}"/>
              </a:ext>
            </a:extLst>
          </p:cNvPr>
          <p:cNvGrpSpPr/>
          <p:nvPr/>
        </p:nvGrpSpPr>
        <p:grpSpPr>
          <a:xfrm>
            <a:off x="7029884" y="777568"/>
            <a:ext cx="1171800" cy="618480"/>
            <a:chOff x="7029884" y="777568"/>
            <a:chExt cx="1171800" cy="61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382BB5E-2D3C-87D8-64EE-D34193B6E747}"/>
                    </a:ext>
                  </a:extLst>
                </p14:cNvPr>
                <p14:cNvContentPartPr/>
                <p14:nvPr/>
              </p14:nvContentPartPr>
              <p14:xfrm>
                <a:off x="7029884" y="777568"/>
                <a:ext cx="458280" cy="618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382BB5E-2D3C-87D8-64EE-D34193B6E74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020884" y="768568"/>
                  <a:ext cx="475920" cy="63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1CE4578-B111-9B38-8529-BFC73DB8AAE9}"/>
                    </a:ext>
                  </a:extLst>
                </p14:cNvPr>
                <p14:cNvContentPartPr/>
                <p14:nvPr/>
              </p14:nvContentPartPr>
              <p14:xfrm>
                <a:off x="7748804" y="777568"/>
                <a:ext cx="384120" cy="602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1CE4578-B111-9B38-8529-BFC73DB8AAE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739804" y="768568"/>
                  <a:ext cx="401760" cy="61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0A6340E-45EA-AD87-C20F-047B709EB89C}"/>
                    </a:ext>
                  </a:extLst>
                </p14:cNvPr>
                <p14:cNvContentPartPr/>
                <p14:nvPr/>
              </p14:nvContentPartPr>
              <p14:xfrm>
                <a:off x="8077844" y="1272568"/>
                <a:ext cx="123840" cy="105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0A6340E-45EA-AD87-C20F-047B709EB89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68844" y="1263928"/>
                  <a:ext cx="14148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C3DC81B-7C3A-5DC3-34C4-6AB4B6DA9A64}"/>
              </a:ext>
            </a:extLst>
          </p:cNvPr>
          <p:cNvGrpSpPr/>
          <p:nvPr/>
        </p:nvGrpSpPr>
        <p:grpSpPr>
          <a:xfrm>
            <a:off x="7388444" y="114808"/>
            <a:ext cx="963720" cy="501480"/>
            <a:chOff x="7388444" y="114808"/>
            <a:chExt cx="963720" cy="50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F3C8FE0-6ED5-3AA5-DA71-C3FF416B9E12}"/>
                    </a:ext>
                  </a:extLst>
                </p14:cNvPr>
                <p14:cNvContentPartPr/>
                <p14:nvPr/>
              </p14:nvContentPartPr>
              <p14:xfrm>
                <a:off x="7388444" y="439888"/>
                <a:ext cx="47520" cy="165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F3C8FE0-6ED5-3AA5-DA71-C3FF416B9E1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79444" y="431248"/>
                  <a:ext cx="651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4F20446-DFC3-078F-B0C1-2EE262A8639B}"/>
                    </a:ext>
                  </a:extLst>
                </p14:cNvPr>
                <p14:cNvContentPartPr/>
                <p14:nvPr/>
              </p14:nvContentPartPr>
              <p14:xfrm>
                <a:off x="7461524" y="456808"/>
                <a:ext cx="259920" cy="78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4F20446-DFC3-078F-B0C1-2EE262A8639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52524" y="447808"/>
                  <a:ext cx="2775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7FC9A4B-1FAE-4D46-E374-CDB5384DF07E}"/>
                    </a:ext>
                  </a:extLst>
                </p14:cNvPr>
                <p14:cNvContentPartPr/>
                <p14:nvPr/>
              </p14:nvContentPartPr>
              <p14:xfrm>
                <a:off x="7726844" y="411448"/>
                <a:ext cx="83520" cy="96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7FC9A4B-1FAE-4D46-E374-CDB5384DF07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17844" y="402808"/>
                  <a:ext cx="1011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A99E955-01EC-A416-3C88-30C91D0AFAC4}"/>
                    </a:ext>
                  </a:extLst>
                </p14:cNvPr>
                <p14:cNvContentPartPr/>
                <p14:nvPr/>
              </p14:nvContentPartPr>
              <p14:xfrm>
                <a:off x="7909364" y="114808"/>
                <a:ext cx="88200" cy="160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A99E955-01EC-A416-3C88-30C91D0AFAC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00724" y="105808"/>
                  <a:ext cx="1058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BA1B8E0-7584-204D-24E1-3E62194F20A7}"/>
                    </a:ext>
                  </a:extLst>
                </p14:cNvPr>
                <p14:cNvContentPartPr/>
                <p14:nvPr/>
              </p14:nvContentPartPr>
              <p14:xfrm>
                <a:off x="8075684" y="150448"/>
                <a:ext cx="276480" cy="245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BA1B8E0-7584-204D-24E1-3E62194F20A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066684" y="141808"/>
                  <a:ext cx="2941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652F1FE-76B1-47B1-8BFC-8DA593915AF2}"/>
                    </a:ext>
                  </a:extLst>
                </p14:cNvPr>
                <p14:cNvContentPartPr/>
                <p14:nvPr/>
              </p14:nvContentPartPr>
              <p14:xfrm>
                <a:off x="7956164" y="462568"/>
                <a:ext cx="69480" cy="1537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652F1FE-76B1-47B1-8BFC-8DA593915AF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947524" y="453568"/>
                  <a:ext cx="871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F50DF7A-33B5-0BF5-FE71-D3E377CC1AF2}"/>
                    </a:ext>
                  </a:extLst>
                </p14:cNvPr>
                <p14:cNvContentPartPr/>
                <p14:nvPr/>
              </p14:nvContentPartPr>
              <p14:xfrm>
                <a:off x="8122844" y="525208"/>
                <a:ext cx="129240" cy="65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F50DF7A-33B5-0BF5-FE71-D3E377CC1AF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113844" y="516208"/>
                  <a:ext cx="1468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6B626AE-34D2-7739-6825-CED32CC4BB91}"/>
                    </a:ext>
                  </a:extLst>
                </p14:cNvPr>
                <p14:cNvContentPartPr/>
                <p14:nvPr/>
              </p14:nvContentPartPr>
              <p14:xfrm>
                <a:off x="8281964" y="536008"/>
                <a:ext cx="61560" cy="60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6B626AE-34D2-7739-6825-CED32CC4BB9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272964" y="527368"/>
                  <a:ext cx="7920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B47F0E2-C71D-FAB7-D532-EDACE0A32235}"/>
              </a:ext>
            </a:extLst>
          </p:cNvPr>
          <p:cNvGrpSpPr/>
          <p:nvPr/>
        </p:nvGrpSpPr>
        <p:grpSpPr>
          <a:xfrm>
            <a:off x="8718644" y="267448"/>
            <a:ext cx="358920" cy="165240"/>
            <a:chOff x="8718644" y="267448"/>
            <a:chExt cx="358920" cy="16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B0AC9E7-B7ED-49F6-0FC5-4681F0B53217}"/>
                    </a:ext>
                  </a:extLst>
                </p14:cNvPr>
                <p14:cNvContentPartPr/>
                <p14:nvPr/>
              </p14:nvContentPartPr>
              <p14:xfrm>
                <a:off x="8718644" y="267448"/>
                <a:ext cx="108720" cy="165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B0AC9E7-B7ED-49F6-0FC5-4681F0B5321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709644" y="258808"/>
                  <a:ext cx="1263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763BBB7-3556-B335-2CFD-73C8350612E4}"/>
                    </a:ext>
                  </a:extLst>
                </p14:cNvPr>
                <p14:cNvContentPartPr/>
                <p14:nvPr/>
              </p14:nvContentPartPr>
              <p14:xfrm>
                <a:off x="8880284" y="344128"/>
                <a:ext cx="37800" cy="7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763BBB7-3556-B335-2CFD-73C8350612E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871644" y="335128"/>
                  <a:ext cx="554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A650667-12F4-F4B6-9AD4-5C589FA1323C}"/>
                    </a:ext>
                  </a:extLst>
                </p14:cNvPr>
                <p14:cNvContentPartPr/>
                <p14:nvPr/>
              </p14:nvContentPartPr>
              <p14:xfrm>
                <a:off x="8880644" y="384808"/>
                <a:ext cx="54720" cy="29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A650667-12F4-F4B6-9AD4-5C589FA1323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872004" y="375808"/>
                  <a:ext cx="723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C395973-ED5F-7BAB-DC2E-2766E72656A8}"/>
                    </a:ext>
                  </a:extLst>
                </p14:cNvPr>
                <p14:cNvContentPartPr/>
                <p14:nvPr/>
              </p14:nvContentPartPr>
              <p14:xfrm>
                <a:off x="9004484" y="322888"/>
                <a:ext cx="73080" cy="103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C395973-ED5F-7BAB-DC2E-2766E72656A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995844" y="314248"/>
                  <a:ext cx="9072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0120599-91D8-D45A-04C2-2A4EF4EF2109}"/>
              </a:ext>
            </a:extLst>
          </p:cNvPr>
          <p:cNvGrpSpPr/>
          <p:nvPr/>
        </p:nvGrpSpPr>
        <p:grpSpPr>
          <a:xfrm>
            <a:off x="9367004" y="1549768"/>
            <a:ext cx="442080" cy="153000"/>
            <a:chOff x="9367004" y="1549768"/>
            <a:chExt cx="442080" cy="15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C7C0E1E-75CD-608D-5BBA-B64404A19168}"/>
                    </a:ext>
                  </a:extLst>
                </p14:cNvPr>
                <p14:cNvContentPartPr/>
                <p14:nvPr/>
              </p14:nvContentPartPr>
              <p14:xfrm>
                <a:off x="9367004" y="1549768"/>
                <a:ext cx="104400" cy="153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C7C0E1E-75CD-608D-5BBA-B64404A1916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358364" y="1541128"/>
                  <a:ext cx="1220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AFF8A3A-887F-D0C0-E02D-615FE5750960}"/>
                    </a:ext>
                  </a:extLst>
                </p14:cNvPr>
                <p14:cNvContentPartPr/>
                <p14:nvPr/>
              </p14:nvContentPartPr>
              <p14:xfrm>
                <a:off x="9532604" y="1603048"/>
                <a:ext cx="61920" cy="280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AFF8A3A-887F-D0C0-E02D-615FE575096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523964" y="1594048"/>
                  <a:ext cx="79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3EE3041-962C-6815-DF7C-160D87913BAE}"/>
                    </a:ext>
                  </a:extLst>
                </p14:cNvPr>
                <p14:cNvContentPartPr/>
                <p14:nvPr/>
              </p14:nvContentPartPr>
              <p14:xfrm>
                <a:off x="9547364" y="1641928"/>
                <a:ext cx="56520" cy="237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3EE3041-962C-6815-DF7C-160D87913BA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38364" y="1632928"/>
                  <a:ext cx="741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F12372F-251C-4F35-F5B6-5E0258C029D1}"/>
                    </a:ext>
                  </a:extLst>
                </p14:cNvPr>
                <p14:cNvContentPartPr/>
                <p14:nvPr/>
              </p14:nvContentPartPr>
              <p14:xfrm>
                <a:off x="9693164" y="1569928"/>
                <a:ext cx="115920" cy="950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F12372F-251C-4F35-F5B6-5E0258C029D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684524" y="1561288"/>
                  <a:ext cx="13356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B0F403F-7948-4937-A624-871BDDCE3137}"/>
              </a:ext>
            </a:extLst>
          </p:cNvPr>
          <p:cNvGrpSpPr/>
          <p:nvPr/>
        </p:nvGrpSpPr>
        <p:grpSpPr>
          <a:xfrm>
            <a:off x="8598404" y="1553728"/>
            <a:ext cx="316080" cy="172440"/>
            <a:chOff x="8598404" y="1553728"/>
            <a:chExt cx="316080" cy="17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9971C08-7F1D-AB48-2C16-AF33AFDB39C3}"/>
                    </a:ext>
                  </a:extLst>
                </p14:cNvPr>
                <p14:cNvContentPartPr/>
                <p14:nvPr/>
              </p14:nvContentPartPr>
              <p14:xfrm>
                <a:off x="8598404" y="1553728"/>
                <a:ext cx="70560" cy="172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9971C08-7F1D-AB48-2C16-AF33AFDB39C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89764" y="1544728"/>
                  <a:ext cx="882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9DA3DD2-DD9B-CD28-FE01-EBCE1F694ED9}"/>
                    </a:ext>
                  </a:extLst>
                </p14:cNvPr>
                <p14:cNvContentPartPr/>
                <p14:nvPr/>
              </p14:nvContentPartPr>
              <p14:xfrm>
                <a:off x="8748524" y="1618888"/>
                <a:ext cx="107640" cy="92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9DA3DD2-DD9B-CD28-FE01-EBCE1F694ED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739884" y="1609888"/>
                  <a:ext cx="1252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0D0BDB0-5161-97D1-84D0-4EB4622274FA}"/>
                    </a:ext>
                  </a:extLst>
                </p14:cNvPr>
                <p14:cNvContentPartPr/>
                <p14:nvPr/>
              </p14:nvContentPartPr>
              <p14:xfrm>
                <a:off x="8864444" y="1648768"/>
                <a:ext cx="50040" cy="612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0D0BDB0-5161-97D1-84D0-4EB4622274F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855444" y="1639768"/>
                  <a:ext cx="6768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8C7F404-BAEF-87CB-1093-A4CE279BDC43}"/>
              </a:ext>
            </a:extLst>
          </p:cNvPr>
          <p:cNvGrpSpPr/>
          <p:nvPr/>
        </p:nvGrpSpPr>
        <p:grpSpPr>
          <a:xfrm>
            <a:off x="8596604" y="1342768"/>
            <a:ext cx="399960" cy="155160"/>
            <a:chOff x="8596604" y="1342768"/>
            <a:chExt cx="399960" cy="15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0C263FD-4D77-4DBF-D53C-806A2BBF68E9}"/>
                    </a:ext>
                  </a:extLst>
                </p14:cNvPr>
                <p14:cNvContentPartPr/>
                <p14:nvPr/>
              </p14:nvContentPartPr>
              <p14:xfrm>
                <a:off x="8596604" y="1342768"/>
                <a:ext cx="110520" cy="145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0C263FD-4D77-4DBF-D53C-806A2BBF68E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87604" y="1333768"/>
                  <a:ext cx="128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21868CC-674B-0E71-3446-E786DBB311ED}"/>
                    </a:ext>
                  </a:extLst>
                </p14:cNvPr>
                <p14:cNvContentPartPr/>
                <p14:nvPr/>
              </p14:nvContentPartPr>
              <p14:xfrm>
                <a:off x="8766524" y="1357528"/>
                <a:ext cx="230040" cy="1404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21868CC-674B-0E71-3446-E786DBB311E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57524" y="1348888"/>
                  <a:ext cx="247680" cy="15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1320BBE8-6732-9BB6-5FE4-EA0A14BF13FA}"/>
                  </a:ext>
                </a:extLst>
              </p14:cNvPr>
              <p14:cNvContentPartPr/>
              <p14:nvPr/>
            </p14:nvContentPartPr>
            <p14:xfrm>
              <a:off x="6105764" y="1448248"/>
              <a:ext cx="75600" cy="16200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1320BBE8-6732-9BB6-5FE4-EA0A14BF13F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096764" y="1439608"/>
                <a:ext cx="93240" cy="17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A65B717A-9D02-2D92-D185-804BAF0170E3}"/>
              </a:ext>
            </a:extLst>
          </p:cNvPr>
          <p:cNvGrpSpPr/>
          <p:nvPr/>
        </p:nvGrpSpPr>
        <p:grpSpPr>
          <a:xfrm>
            <a:off x="6140324" y="1470568"/>
            <a:ext cx="472320" cy="434880"/>
            <a:chOff x="6140324" y="1470568"/>
            <a:chExt cx="472320" cy="43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BE28D01-8E5C-AF68-B8A6-3F3D986D919A}"/>
                    </a:ext>
                  </a:extLst>
                </p14:cNvPr>
                <p14:cNvContentPartPr/>
                <p14:nvPr/>
              </p14:nvContentPartPr>
              <p14:xfrm>
                <a:off x="6314204" y="1470568"/>
                <a:ext cx="298440" cy="232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BE28D01-8E5C-AF68-B8A6-3F3D986D919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305204" y="1461928"/>
                  <a:ext cx="3160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68B54CD-D98D-DBD8-02AE-C336642BA709}"/>
                    </a:ext>
                  </a:extLst>
                </p14:cNvPr>
                <p14:cNvContentPartPr/>
                <p14:nvPr/>
              </p14:nvContentPartPr>
              <p14:xfrm>
                <a:off x="6140324" y="1776208"/>
                <a:ext cx="86760" cy="1292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68B54CD-D98D-DBD8-02AE-C336642BA70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131684" y="1767568"/>
                  <a:ext cx="1044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B4CA029-905B-6CBD-2CA2-1D1F628B7744}"/>
                    </a:ext>
                  </a:extLst>
                </p14:cNvPr>
                <p14:cNvContentPartPr/>
                <p14:nvPr/>
              </p14:nvContentPartPr>
              <p14:xfrm>
                <a:off x="6327164" y="1797088"/>
                <a:ext cx="105840" cy="77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B4CA029-905B-6CBD-2CA2-1D1F628B774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318164" y="1788088"/>
                  <a:ext cx="1234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EF5182B-8CF1-D5F4-1B93-AA9D289CBA49}"/>
                    </a:ext>
                  </a:extLst>
                </p14:cNvPr>
                <p14:cNvContentPartPr/>
                <p14:nvPr/>
              </p14:nvContentPartPr>
              <p14:xfrm>
                <a:off x="6447764" y="1808248"/>
                <a:ext cx="59400" cy="45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EF5182B-8CF1-D5F4-1B93-AA9D289CBA4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439124" y="1799248"/>
                  <a:ext cx="7704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871EE13-8046-0C75-CF5A-ED8A65C503A2}"/>
              </a:ext>
            </a:extLst>
          </p:cNvPr>
          <p:cNvGrpSpPr/>
          <p:nvPr/>
        </p:nvGrpSpPr>
        <p:grpSpPr>
          <a:xfrm>
            <a:off x="6823604" y="1595848"/>
            <a:ext cx="208440" cy="156240"/>
            <a:chOff x="6823604" y="1595848"/>
            <a:chExt cx="208440" cy="15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A568B10-3682-CB3D-24CC-DA8D5AD7F8B2}"/>
                    </a:ext>
                  </a:extLst>
                </p14:cNvPr>
                <p14:cNvContentPartPr/>
                <p14:nvPr/>
              </p14:nvContentPartPr>
              <p14:xfrm>
                <a:off x="6823604" y="1595848"/>
                <a:ext cx="133200" cy="1562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A568B10-3682-CB3D-24CC-DA8D5AD7F8B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814604" y="1586848"/>
                  <a:ext cx="1508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33C2CB7-CCCF-A6CC-CA49-B55B4F90074F}"/>
                    </a:ext>
                  </a:extLst>
                </p14:cNvPr>
                <p14:cNvContentPartPr/>
                <p14:nvPr/>
              </p14:nvContentPartPr>
              <p14:xfrm>
                <a:off x="6993164" y="1696288"/>
                <a:ext cx="38880" cy="360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33C2CB7-CCCF-A6CC-CA49-B55B4F90074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984524" y="1687648"/>
                  <a:ext cx="5652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D63CDDB-5F13-2632-0FBA-432D89E5C554}"/>
              </a:ext>
            </a:extLst>
          </p:cNvPr>
          <p:cNvGrpSpPr/>
          <p:nvPr/>
        </p:nvGrpSpPr>
        <p:grpSpPr>
          <a:xfrm>
            <a:off x="8087924" y="1565968"/>
            <a:ext cx="245520" cy="193680"/>
            <a:chOff x="8087924" y="1565968"/>
            <a:chExt cx="245520" cy="19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6A2D949-4AB4-15F9-8D4A-FC79FC62844D}"/>
                    </a:ext>
                  </a:extLst>
                </p14:cNvPr>
                <p14:cNvContentPartPr/>
                <p14:nvPr/>
              </p14:nvContentPartPr>
              <p14:xfrm>
                <a:off x="8087924" y="1565968"/>
                <a:ext cx="132480" cy="152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6A2D949-4AB4-15F9-8D4A-FC79FC62844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079284" y="1556968"/>
                  <a:ext cx="1501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0A62C44-37FE-8D10-8793-A2C516D5B936}"/>
                    </a:ext>
                  </a:extLst>
                </p14:cNvPr>
                <p14:cNvContentPartPr/>
                <p14:nvPr/>
              </p14:nvContentPartPr>
              <p14:xfrm>
                <a:off x="8234804" y="1661008"/>
                <a:ext cx="98640" cy="986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0A62C44-37FE-8D10-8793-A2C516D5B93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225804" y="1652368"/>
                  <a:ext cx="11628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1F1ADC0-8271-8610-82CC-C7EE1B0A6F9E}"/>
              </a:ext>
            </a:extLst>
          </p:cNvPr>
          <p:cNvGrpSpPr/>
          <p:nvPr/>
        </p:nvGrpSpPr>
        <p:grpSpPr>
          <a:xfrm>
            <a:off x="8692004" y="470488"/>
            <a:ext cx="523440" cy="123480"/>
            <a:chOff x="8692004" y="470488"/>
            <a:chExt cx="523440" cy="12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F5374DB-F977-79CD-BB5E-E513C9DF4C8E}"/>
                    </a:ext>
                  </a:extLst>
                </p14:cNvPr>
                <p14:cNvContentPartPr/>
                <p14:nvPr/>
              </p14:nvContentPartPr>
              <p14:xfrm>
                <a:off x="8728004" y="470488"/>
                <a:ext cx="429480" cy="89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F5374DB-F977-79CD-BB5E-E513C9DF4C8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721884" y="464368"/>
                  <a:ext cx="4417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15060F3-9972-219B-5070-17EBE141D8CA}"/>
                    </a:ext>
                  </a:extLst>
                </p14:cNvPr>
                <p14:cNvContentPartPr/>
                <p14:nvPr/>
              </p14:nvContentPartPr>
              <p14:xfrm>
                <a:off x="8692004" y="483808"/>
                <a:ext cx="523440" cy="1101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15060F3-9972-219B-5070-17EBE141D8C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685884" y="477688"/>
                  <a:ext cx="53568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3F5269E-C93B-85A3-9F4B-D5C410036033}"/>
              </a:ext>
            </a:extLst>
          </p:cNvPr>
          <p:cNvGrpSpPr/>
          <p:nvPr/>
        </p:nvGrpSpPr>
        <p:grpSpPr>
          <a:xfrm>
            <a:off x="9323084" y="1760008"/>
            <a:ext cx="518400" cy="117000"/>
            <a:chOff x="9323084" y="1760008"/>
            <a:chExt cx="518400" cy="11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E1E81A3-38D6-483D-CA5F-2E0D34EE886C}"/>
                    </a:ext>
                  </a:extLst>
                </p14:cNvPr>
                <p14:cNvContentPartPr/>
                <p14:nvPr/>
              </p14:nvContentPartPr>
              <p14:xfrm>
                <a:off x="9323084" y="1760008"/>
                <a:ext cx="453240" cy="630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E1E81A3-38D6-483D-CA5F-2E0D34EE886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316964" y="1753888"/>
                  <a:ext cx="4654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9ADE599-A5AA-A138-FE8A-92010ADEC1C7}"/>
                    </a:ext>
                  </a:extLst>
                </p14:cNvPr>
                <p14:cNvContentPartPr/>
                <p14:nvPr/>
              </p14:nvContentPartPr>
              <p14:xfrm>
                <a:off x="9326324" y="1798888"/>
                <a:ext cx="515160" cy="781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9ADE599-A5AA-A138-FE8A-92010ADEC1C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320204" y="1792768"/>
                  <a:ext cx="527400" cy="90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82196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5A5B0-2997-A9EF-664A-46FE9A3F8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44A693-C8D7-6E14-45DD-6DF3498BD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 err="1"/>
              <a:t>Decision</a:t>
            </a:r>
            <a:r>
              <a:rPr lang="fr-FR" dirty="0"/>
              <a:t> </a:t>
            </a:r>
            <a:r>
              <a:rPr lang="fr-FR" dirty="0" err="1"/>
              <a:t>tree</a:t>
            </a:r>
            <a:r>
              <a:rPr lang="fr-FR" dirty="0"/>
              <a:t> for </a:t>
            </a:r>
            <a:r>
              <a:rPr lang="fr-FR" dirty="0" err="1"/>
              <a:t>regression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54A92EA-1705-4344-1EAA-19DC08DB9D7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4360" y="2568241"/>
            <a:ext cx="4224628" cy="86075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 err="1"/>
              <a:t>Everything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dirty="0" err="1"/>
              <a:t>same</a:t>
            </a:r>
            <a:r>
              <a:rPr lang="fr-FR" dirty="0"/>
              <a:t> but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predict</a:t>
            </a:r>
            <a:r>
              <a:rPr lang="fr-FR" dirty="0"/>
              <a:t> a value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9F18CB-31C5-0156-008E-ED831A339C1A}"/>
                  </a:ext>
                </a:extLst>
              </p:cNvPr>
              <p:cNvSpPr txBox="1"/>
              <p:nvPr/>
            </p:nvSpPr>
            <p:spPr>
              <a:xfrm>
                <a:off x="834189" y="3757753"/>
                <a:ext cx="6096000" cy="22803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dirty="0">
                    <a:solidFill>
                      <a:schemeClr val="bg1"/>
                    </a:solidFill>
                  </a:rPr>
                  <a:t>Example: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fr-FR" dirty="0">
                    <a:solidFill>
                      <a:schemeClr val="bg1"/>
                    </a:solidFill>
                  </a:rPr>
                  <a:t>1 </a:t>
                </a:r>
                <a:r>
                  <a:rPr lang="fr-FR" dirty="0" err="1">
                    <a:solidFill>
                      <a:schemeClr val="bg1"/>
                    </a:solidFill>
                  </a:rPr>
                  <a:t>year</a:t>
                </a:r>
                <a:r>
                  <a:rPr lang="fr-FR" dirty="0">
                    <a:solidFill>
                      <a:schemeClr val="bg1"/>
                    </a:solidFill>
                  </a:rPr>
                  <a:t> of </a:t>
                </a:r>
                <a:r>
                  <a:rPr lang="fr-FR" dirty="0" err="1">
                    <a:solidFill>
                      <a:schemeClr val="bg1"/>
                    </a:solidFill>
                  </a:rPr>
                  <a:t>experience</a:t>
                </a:r>
                <a:r>
                  <a:rPr lang="fr-FR" dirty="0">
                    <a:solidFill>
                      <a:schemeClr val="bg1"/>
                    </a:solidFill>
                  </a:rPr>
                  <a:t> → 25k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fr-FR" dirty="0">
                    <a:solidFill>
                      <a:schemeClr val="bg1"/>
                    </a:solidFill>
                  </a:rPr>
                  <a:t>2 </a:t>
                </a:r>
                <a:r>
                  <a:rPr lang="fr-FR" dirty="0" err="1">
                    <a:solidFill>
                      <a:schemeClr val="bg1"/>
                    </a:solidFill>
                  </a:rPr>
                  <a:t>years</a:t>
                </a:r>
                <a:r>
                  <a:rPr lang="fr-FR" dirty="0">
                    <a:solidFill>
                      <a:schemeClr val="bg1"/>
                    </a:solidFill>
                  </a:rPr>
                  <a:t> of </a:t>
                </a:r>
                <a:r>
                  <a:rPr lang="fr-FR" dirty="0" err="1">
                    <a:solidFill>
                      <a:schemeClr val="bg1"/>
                    </a:solidFill>
                  </a:rPr>
                  <a:t>experience</a:t>
                </a:r>
                <a:r>
                  <a:rPr lang="fr-FR" dirty="0">
                    <a:solidFill>
                      <a:schemeClr val="bg1"/>
                    </a:solidFill>
                  </a:rPr>
                  <a:t> → 28k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fr-FR" dirty="0">
                    <a:solidFill>
                      <a:schemeClr val="bg1"/>
                    </a:solidFill>
                  </a:rPr>
                  <a:t>3 </a:t>
                </a:r>
                <a:r>
                  <a:rPr lang="fr-FR" dirty="0" err="1">
                    <a:solidFill>
                      <a:schemeClr val="bg1"/>
                    </a:solidFill>
                  </a:rPr>
                  <a:t>years</a:t>
                </a:r>
                <a:r>
                  <a:rPr lang="fr-FR" dirty="0">
                    <a:solidFill>
                      <a:schemeClr val="bg1"/>
                    </a:solidFill>
                  </a:rPr>
                  <a:t> of </a:t>
                </a:r>
                <a:r>
                  <a:rPr lang="fr-FR" dirty="0" err="1">
                    <a:solidFill>
                      <a:schemeClr val="bg1"/>
                    </a:solidFill>
                  </a:rPr>
                  <a:t>experience</a:t>
                </a:r>
                <a:r>
                  <a:rPr lang="fr-FR" dirty="0">
                    <a:solidFill>
                      <a:schemeClr val="bg1"/>
                    </a:solidFill>
                  </a:rPr>
                  <a:t> → 30k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fr-FR" dirty="0">
                    <a:solidFill>
                      <a:schemeClr val="bg1"/>
                    </a:solidFill>
                  </a:rPr>
                  <a:t> </a:t>
                </a:r>
                <a:r>
                  <a:rPr lang="fr-FR" dirty="0" err="1">
                    <a:solidFill>
                      <a:schemeClr val="bg1"/>
                    </a:solidFill>
                  </a:rPr>
                  <a:t>Prediction</a:t>
                </a:r>
                <a:r>
                  <a:rPr lang="fr-FR" dirty="0">
                    <a:solidFill>
                      <a:schemeClr val="bg1"/>
                    </a:solidFill>
                  </a:rPr>
                  <a:t> of the </a:t>
                </a:r>
                <a:r>
                  <a:rPr lang="fr-FR" dirty="0" err="1">
                    <a:solidFill>
                      <a:schemeClr val="bg1"/>
                    </a:solidFill>
                  </a:rPr>
                  <a:t>leaf</a:t>
                </a:r>
                <a:r>
                  <a:rPr lang="fr-FR" dirty="0">
                    <a:solidFill>
                      <a:schemeClr val="bg1"/>
                    </a:solidFill>
                  </a:rPr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>
                              <a:solidFill>
                                <a:schemeClr val="bg1"/>
                              </a:solidFill>
                            </a:rPr>
                          </m:ctrlPr>
                        </m:fPr>
                        <m:num>
                          <m:r>
                            <a:rPr lang="ar-AE">
                              <a:solidFill>
                                <a:schemeClr val="bg1"/>
                              </a:solidFill>
                            </a:rPr>
                            <m:t>25</m:t>
                          </m:r>
                          <m:r>
                            <a:rPr lang="ar-AE">
                              <a:solidFill>
                                <a:schemeClr val="bg1"/>
                              </a:solidFill>
                            </a:rPr>
                            <m:t>+</m:t>
                          </m:r>
                          <m:r>
                            <a:rPr lang="ar-AE">
                              <a:solidFill>
                                <a:schemeClr val="bg1"/>
                              </a:solidFill>
                            </a:rPr>
                            <m:t>28</m:t>
                          </m:r>
                          <m:r>
                            <a:rPr lang="ar-AE">
                              <a:solidFill>
                                <a:schemeClr val="bg1"/>
                              </a:solidFill>
                            </a:rPr>
                            <m:t>+</m:t>
                          </m:r>
                          <m:r>
                            <a:rPr lang="ar-AE">
                              <a:solidFill>
                                <a:schemeClr val="bg1"/>
                              </a:solidFill>
                            </a:rPr>
                            <m:t>30</m:t>
                          </m:r>
                        </m:num>
                        <m:den>
                          <m:r>
                            <a:rPr lang="ar-AE">
                              <a:solidFill>
                                <a:schemeClr val="bg1"/>
                              </a:solidFill>
                            </a:rPr>
                            <m:t>3</m:t>
                          </m:r>
                        </m:den>
                      </m:f>
                      <m:r>
                        <a:rPr lang="ar-AE">
                          <a:solidFill>
                            <a:schemeClr val="bg1"/>
                          </a:solidFill>
                        </a:rPr>
                        <m:t>=</m:t>
                      </m:r>
                      <m:r>
                        <a:rPr lang="ar-AE">
                          <a:solidFill>
                            <a:schemeClr val="bg1"/>
                          </a:solidFill>
                        </a:rPr>
                        <m:t>27</m:t>
                      </m:r>
                      <m:r>
                        <a:rPr lang="ar-AE">
                          <a:solidFill>
                            <a:schemeClr val="bg1"/>
                          </a:solidFill>
                        </a:rPr>
                        <m:t>.</m:t>
                      </m:r>
                      <m:r>
                        <a:rPr lang="ar-AE">
                          <a:solidFill>
                            <a:schemeClr val="bg1"/>
                          </a:solidFill>
                        </a:rPr>
                        <m:t>7</m:t>
                      </m:r>
                      <m:r>
                        <a:rPr lang="ar-AE">
                          <a:solidFill>
                            <a:schemeClr val="bg1"/>
                          </a:solidFill>
                        </a:rPr>
                        <m:t>𝑘</m:t>
                      </m:r>
                    </m:oMath>
                  </m:oMathPara>
                </a14:m>
                <a:endParaRPr lang="ar-AE" dirty="0">
                  <a:solidFill>
                    <a:schemeClr val="bg1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fr-FR" dirty="0">
                    <a:solidFill>
                      <a:schemeClr val="bg1"/>
                    </a:solidFill>
                  </a:rPr>
                  <a:t> A new </a:t>
                </a:r>
                <a:r>
                  <a:rPr lang="fr-FR" dirty="0" err="1">
                    <a:solidFill>
                      <a:schemeClr val="bg1"/>
                    </a:solidFill>
                  </a:rPr>
                  <a:t>sample</a:t>
                </a:r>
                <a:r>
                  <a:rPr lang="fr-FR" dirty="0">
                    <a:solidFill>
                      <a:schemeClr val="bg1"/>
                    </a:solidFill>
                  </a:rPr>
                  <a:t> </a:t>
                </a:r>
                <a:r>
                  <a:rPr lang="fr-FR" dirty="0" err="1">
                    <a:solidFill>
                      <a:schemeClr val="bg1"/>
                    </a:solidFill>
                  </a:rPr>
                  <a:t>reaching</a:t>
                </a:r>
                <a:r>
                  <a:rPr lang="fr-FR" dirty="0">
                    <a:solidFill>
                      <a:schemeClr val="bg1"/>
                    </a:solidFill>
                  </a:rPr>
                  <a:t> </a:t>
                </a:r>
                <a:r>
                  <a:rPr lang="fr-FR" dirty="0" err="1">
                    <a:solidFill>
                      <a:schemeClr val="bg1"/>
                    </a:solidFill>
                  </a:rPr>
                  <a:t>this</a:t>
                </a:r>
                <a:r>
                  <a:rPr lang="fr-FR" dirty="0">
                    <a:solidFill>
                      <a:schemeClr val="bg1"/>
                    </a:solidFill>
                  </a:rPr>
                  <a:t> </a:t>
                </a:r>
                <a:r>
                  <a:rPr lang="fr-FR" dirty="0" err="1">
                    <a:solidFill>
                      <a:schemeClr val="bg1"/>
                    </a:solidFill>
                  </a:rPr>
                  <a:t>leaf</a:t>
                </a:r>
                <a:r>
                  <a:rPr lang="fr-FR" dirty="0">
                    <a:solidFill>
                      <a:schemeClr val="bg1"/>
                    </a:solidFill>
                  </a:rPr>
                  <a:t> </a:t>
                </a:r>
                <a:r>
                  <a:rPr lang="fr-FR" dirty="0" err="1">
                    <a:solidFill>
                      <a:schemeClr val="bg1"/>
                    </a:solidFill>
                  </a:rPr>
                  <a:t>will</a:t>
                </a:r>
                <a:r>
                  <a:rPr lang="fr-FR" dirty="0">
                    <a:solidFill>
                      <a:schemeClr val="bg1"/>
                    </a:solidFill>
                  </a:rPr>
                  <a:t> </a:t>
                </a:r>
                <a:r>
                  <a:rPr lang="fr-FR" dirty="0" err="1">
                    <a:solidFill>
                      <a:schemeClr val="bg1"/>
                    </a:solidFill>
                  </a:rPr>
                  <a:t>be</a:t>
                </a:r>
                <a:r>
                  <a:rPr lang="fr-FR" dirty="0">
                    <a:solidFill>
                      <a:schemeClr val="bg1"/>
                    </a:solidFill>
                  </a:rPr>
                  <a:t> </a:t>
                </a:r>
                <a:r>
                  <a:rPr lang="fr-FR" dirty="0" err="1">
                    <a:solidFill>
                      <a:schemeClr val="bg1"/>
                    </a:solidFill>
                  </a:rPr>
                  <a:t>predicted</a:t>
                </a:r>
                <a:r>
                  <a:rPr lang="fr-FR" dirty="0">
                    <a:solidFill>
                      <a:schemeClr val="bg1"/>
                    </a:solidFill>
                  </a:rPr>
                  <a:t> as 27.7k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9F18CB-31C5-0156-008E-ED831A339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89" y="3757753"/>
                <a:ext cx="6096000" cy="2280304"/>
              </a:xfrm>
              <a:prstGeom prst="rect">
                <a:avLst/>
              </a:prstGeom>
              <a:blipFill>
                <a:blip r:embed="rId3"/>
                <a:stretch>
                  <a:fillRect l="-900" t="-1337" b="-347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566B996-A33E-0999-EC10-B1BC911BCBCC}"/>
                  </a:ext>
                </a:extLst>
              </p14:cNvPr>
              <p14:cNvContentPartPr/>
              <p14:nvPr/>
            </p14:nvContentPartPr>
            <p14:xfrm rot="800456">
              <a:off x="7898222" y="2611066"/>
              <a:ext cx="723564" cy="723564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566B996-A33E-0999-EC10-B1BC911BCBC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800456">
                <a:off x="7889222" y="2602426"/>
                <a:ext cx="741203" cy="741203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EFBF1FB9-66B3-40E0-391B-1F6FB3907F8A}"/>
              </a:ext>
            </a:extLst>
          </p:cNvPr>
          <p:cNvGrpSpPr/>
          <p:nvPr/>
        </p:nvGrpSpPr>
        <p:grpSpPr>
          <a:xfrm>
            <a:off x="7110524" y="2808328"/>
            <a:ext cx="1393920" cy="1514520"/>
            <a:chOff x="7110524" y="2808328"/>
            <a:chExt cx="1393920" cy="151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EDB1015-BDD3-6EB8-7F6E-87EEF89B4E30}"/>
                    </a:ext>
                  </a:extLst>
                </p14:cNvPr>
                <p14:cNvContentPartPr/>
                <p14:nvPr/>
              </p14:nvContentPartPr>
              <p14:xfrm>
                <a:off x="7148684" y="3259048"/>
                <a:ext cx="835560" cy="938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EDB1015-BDD3-6EB8-7F6E-87EEF89B4E3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139684" y="3250408"/>
                  <a:ext cx="853200" cy="9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DC47719-756F-4362-0A18-4459BCF143E7}"/>
                    </a:ext>
                  </a:extLst>
                </p14:cNvPr>
                <p14:cNvContentPartPr/>
                <p14:nvPr/>
              </p14:nvContentPartPr>
              <p14:xfrm>
                <a:off x="7154084" y="4101808"/>
                <a:ext cx="2520" cy="52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DC47719-756F-4362-0A18-4459BCF143E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145084" y="4092808"/>
                  <a:ext cx="201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6D893AD-7FD6-84F8-9389-5DC8B6788DC4}"/>
                    </a:ext>
                  </a:extLst>
                </p14:cNvPr>
                <p14:cNvContentPartPr/>
                <p14:nvPr/>
              </p14:nvContentPartPr>
              <p14:xfrm>
                <a:off x="7110524" y="4070128"/>
                <a:ext cx="250560" cy="252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6D893AD-7FD6-84F8-9389-5DC8B6788DC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01524" y="4061128"/>
                  <a:ext cx="2682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5EBFA1B-32A3-BE08-8FA2-287431CC1DEB}"/>
                    </a:ext>
                  </a:extLst>
                </p14:cNvPr>
                <p14:cNvContentPartPr/>
                <p14:nvPr/>
              </p14:nvContentPartPr>
              <p14:xfrm>
                <a:off x="7999724" y="2872408"/>
                <a:ext cx="60120" cy="252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5EBFA1B-32A3-BE08-8FA2-287431CC1DE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990724" y="2863408"/>
                  <a:ext cx="777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D17A0A6-F317-1898-95B8-48E9DC562A7A}"/>
                    </a:ext>
                  </a:extLst>
                </p14:cNvPr>
                <p14:cNvContentPartPr/>
                <p14:nvPr/>
              </p14:nvContentPartPr>
              <p14:xfrm>
                <a:off x="8052284" y="2901208"/>
                <a:ext cx="343800" cy="97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D17A0A6-F317-1898-95B8-48E9DC562A7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043644" y="2892568"/>
                  <a:ext cx="3614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33C79DC-3777-85A6-B024-69381F19CF6F}"/>
                    </a:ext>
                  </a:extLst>
                </p14:cNvPr>
                <p14:cNvContentPartPr/>
                <p14:nvPr/>
              </p14:nvContentPartPr>
              <p14:xfrm>
                <a:off x="8385644" y="2808328"/>
                <a:ext cx="118800" cy="168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33C79DC-3777-85A6-B024-69381F19CF6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376644" y="2799328"/>
                  <a:ext cx="13644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1B2353D-BBA0-8890-B145-A65E07723D7D}"/>
              </a:ext>
            </a:extLst>
          </p:cNvPr>
          <p:cNvGrpSpPr/>
          <p:nvPr/>
        </p:nvGrpSpPr>
        <p:grpSpPr>
          <a:xfrm>
            <a:off x="6037364" y="3402688"/>
            <a:ext cx="1718280" cy="315360"/>
            <a:chOff x="6037364" y="3402688"/>
            <a:chExt cx="1718280" cy="3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D11606D-66C9-63A3-A2B8-854608DED0DB}"/>
                    </a:ext>
                  </a:extLst>
                </p14:cNvPr>
                <p14:cNvContentPartPr/>
                <p14:nvPr/>
              </p14:nvContentPartPr>
              <p14:xfrm>
                <a:off x="6037364" y="3499168"/>
                <a:ext cx="118080" cy="147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D11606D-66C9-63A3-A2B8-854608DED0D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28724" y="3490168"/>
                  <a:ext cx="1357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E1A30A6-0F6E-2F71-9864-BEFA3033E35F}"/>
                    </a:ext>
                  </a:extLst>
                </p14:cNvPr>
                <p14:cNvContentPartPr/>
                <p14:nvPr/>
              </p14:nvContentPartPr>
              <p14:xfrm>
                <a:off x="6061844" y="3520048"/>
                <a:ext cx="65880" cy="58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E1A30A6-0F6E-2F71-9864-BEFA3033E35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53204" y="3511048"/>
                  <a:ext cx="835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99569BA-FE55-4BB4-F342-40827481BB69}"/>
                    </a:ext>
                  </a:extLst>
                </p14:cNvPr>
                <p14:cNvContentPartPr/>
                <p14:nvPr/>
              </p14:nvContentPartPr>
              <p14:xfrm>
                <a:off x="6052484" y="3467488"/>
                <a:ext cx="99000" cy="21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99569BA-FE55-4BB4-F342-40827481BB6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43844" y="3458848"/>
                  <a:ext cx="1166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1A1DB08-6AB0-36A6-E7D7-16E7CE72FEF5}"/>
                    </a:ext>
                  </a:extLst>
                </p14:cNvPr>
                <p14:cNvContentPartPr/>
                <p14:nvPr/>
              </p14:nvContentPartPr>
              <p14:xfrm>
                <a:off x="6155804" y="3503488"/>
                <a:ext cx="93600" cy="126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1A1DB08-6AB0-36A6-E7D7-16E7CE72FEF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147164" y="3494488"/>
                  <a:ext cx="1112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23EE45-5F91-B9E5-F4E5-E3C0154B7995}"/>
                    </a:ext>
                  </a:extLst>
                </p14:cNvPr>
                <p14:cNvContentPartPr/>
                <p14:nvPr/>
              </p14:nvContentPartPr>
              <p14:xfrm>
                <a:off x="6173084" y="3543088"/>
                <a:ext cx="46080" cy="71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23EE45-5F91-B9E5-F4E5-E3C0154B799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164084" y="3534448"/>
                  <a:ext cx="637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1E37A7F-D8E9-2786-389F-826A0387A029}"/>
                    </a:ext>
                  </a:extLst>
                </p14:cNvPr>
                <p14:cNvContentPartPr/>
                <p14:nvPr/>
              </p14:nvContentPartPr>
              <p14:xfrm>
                <a:off x="6249764" y="3516448"/>
                <a:ext cx="280800" cy="201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1E37A7F-D8E9-2786-389F-826A0387A02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40764" y="3507448"/>
                  <a:ext cx="2984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6F242D1-9713-5696-3DD3-E204F46DCB43}"/>
                    </a:ext>
                  </a:extLst>
                </p14:cNvPr>
                <p14:cNvContentPartPr/>
                <p14:nvPr/>
              </p14:nvContentPartPr>
              <p14:xfrm>
                <a:off x="6529484" y="3496648"/>
                <a:ext cx="23760" cy="25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6F242D1-9713-5696-3DD3-E204F46DCB4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520484" y="3488008"/>
                  <a:ext cx="41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0EEDDFF-6F31-15A3-09BA-4CDFEEBB6AF2}"/>
                    </a:ext>
                  </a:extLst>
                </p14:cNvPr>
                <p14:cNvContentPartPr/>
                <p14:nvPr/>
              </p14:nvContentPartPr>
              <p14:xfrm>
                <a:off x="6568724" y="3522208"/>
                <a:ext cx="168840" cy="81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0EEDDFF-6F31-15A3-09BA-4CDFEEBB6AF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560084" y="3513208"/>
                  <a:ext cx="1864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57E2B0B-89F0-1477-2912-9A85FA74C60B}"/>
                    </a:ext>
                  </a:extLst>
                </p14:cNvPr>
                <p14:cNvContentPartPr/>
                <p14:nvPr/>
              </p14:nvContentPartPr>
              <p14:xfrm>
                <a:off x="6765644" y="3490528"/>
                <a:ext cx="145080" cy="86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57E2B0B-89F0-1477-2912-9A85FA74C60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57004" y="3481528"/>
                  <a:ext cx="1627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9482254-44FE-E4B6-6810-3CB082BE278A}"/>
                    </a:ext>
                  </a:extLst>
                </p14:cNvPr>
                <p14:cNvContentPartPr/>
                <p14:nvPr/>
              </p14:nvContentPartPr>
              <p14:xfrm>
                <a:off x="7033124" y="3441568"/>
                <a:ext cx="82440" cy="141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9482254-44FE-E4B6-6810-3CB082BE278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024484" y="3432568"/>
                  <a:ext cx="1000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4993963-FA40-3AE3-A1A7-178C613B6526}"/>
                    </a:ext>
                  </a:extLst>
                </p14:cNvPr>
                <p14:cNvContentPartPr/>
                <p14:nvPr/>
              </p14:nvContentPartPr>
              <p14:xfrm>
                <a:off x="7193324" y="3402688"/>
                <a:ext cx="96840" cy="34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4993963-FA40-3AE3-A1A7-178C613B652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184324" y="3393688"/>
                  <a:ext cx="1144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3BE3788-B2B8-1194-66B1-80E6272E2074}"/>
                    </a:ext>
                  </a:extLst>
                </p14:cNvPr>
                <p14:cNvContentPartPr/>
                <p14:nvPr/>
              </p14:nvContentPartPr>
              <p14:xfrm>
                <a:off x="7190084" y="3435088"/>
                <a:ext cx="68040" cy="165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3BE3788-B2B8-1194-66B1-80E6272E207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181444" y="3426088"/>
                  <a:ext cx="856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E22C5AD-FC04-5559-3BBA-BCE029A938FC}"/>
                    </a:ext>
                  </a:extLst>
                </p14:cNvPr>
                <p14:cNvContentPartPr/>
                <p14:nvPr/>
              </p14:nvContentPartPr>
              <p14:xfrm>
                <a:off x="7336244" y="3452008"/>
                <a:ext cx="361080" cy="219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E22C5AD-FC04-5559-3BBA-BCE029A938F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27604" y="3443008"/>
                  <a:ext cx="3787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C8DF09D-217B-841B-967A-50DA133DC582}"/>
                    </a:ext>
                  </a:extLst>
                </p14:cNvPr>
                <p14:cNvContentPartPr/>
                <p14:nvPr/>
              </p14:nvContentPartPr>
              <p14:xfrm>
                <a:off x="7707764" y="3415648"/>
                <a:ext cx="47880" cy="93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C8DF09D-217B-841B-967A-50DA133DC58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698764" y="3407008"/>
                  <a:ext cx="6552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B6177BA-F37F-5394-4F9A-3CE5489A292C}"/>
              </a:ext>
            </a:extLst>
          </p:cNvPr>
          <p:cNvGrpSpPr/>
          <p:nvPr/>
        </p:nvGrpSpPr>
        <p:grpSpPr>
          <a:xfrm>
            <a:off x="6740084" y="4475848"/>
            <a:ext cx="793800" cy="279720"/>
            <a:chOff x="6740084" y="4475848"/>
            <a:chExt cx="793800" cy="27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063599F-E7D1-157E-5497-E5BBE0309C3F}"/>
                    </a:ext>
                  </a:extLst>
                </p14:cNvPr>
                <p14:cNvContentPartPr/>
                <p14:nvPr/>
              </p14:nvContentPartPr>
              <p14:xfrm>
                <a:off x="6740084" y="4497808"/>
                <a:ext cx="158400" cy="239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063599F-E7D1-157E-5497-E5BBE0309C3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31444" y="4488808"/>
                  <a:ext cx="1760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3129D13-007D-629D-D358-D467A7949FD0}"/>
                    </a:ext>
                  </a:extLst>
                </p14:cNvPr>
                <p14:cNvContentPartPr/>
                <p14:nvPr/>
              </p14:nvContentPartPr>
              <p14:xfrm>
                <a:off x="6955364" y="4475848"/>
                <a:ext cx="117720" cy="2552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3129D13-007D-629D-D358-D467A7949FD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46364" y="4467208"/>
                  <a:ext cx="1353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0AC0777-E937-E57A-B513-D8B83FC0B8A8}"/>
                    </a:ext>
                  </a:extLst>
                </p14:cNvPr>
                <p14:cNvContentPartPr/>
                <p14:nvPr/>
              </p14:nvContentPartPr>
              <p14:xfrm>
                <a:off x="6984164" y="4619488"/>
                <a:ext cx="97920" cy="12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0AC0777-E937-E57A-B513-D8B83FC0B8A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75164" y="4610488"/>
                  <a:ext cx="1155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CC7BFBF-C98F-D3F2-52C3-16303C84896B}"/>
                    </a:ext>
                  </a:extLst>
                </p14:cNvPr>
                <p14:cNvContentPartPr/>
                <p14:nvPr/>
              </p14:nvContentPartPr>
              <p14:xfrm>
                <a:off x="7119164" y="4681048"/>
                <a:ext cx="2520" cy="745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CC7BFBF-C98F-D3F2-52C3-16303C84896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10164" y="4672048"/>
                  <a:ext cx="201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05D8A9C-E06A-F3B2-50B5-A62274771518}"/>
                    </a:ext>
                  </a:extLst>
                </p14:cNvPr>
                <p14:cNvContentPartPr/>
                <p14:nvPr/>
              </p14:nvContentPartPr>
              <p14:xfrm>
                <a:off x="7178204" y="4498168"/>
                <a:ext cx="88920" cy="220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05D8A9C-E06A-F3B2-50B5-A6227477151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169204" y="4489528"/>
                  <a:ext cx="1065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7359DE9-3551-A234-D2C5-1B7583F99AAA}"/>
                    </a:ext>
                  </a:extLst>
                </p14:cNvPr>
                <p14:cNvContentPartPr/>
                <p14:nvPr/>
              </p14:nvContentPartPr>
              <p14:xfrm>
                <a:off x="7205204" y="4609048"/>
                <a:ext cx="119160" cy="42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7359DE9-3551-A234-D2C5-1B7583F99AA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196564" y="4600048"/>
                  <a:ext cx="136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B5DC578-ABD7-9056-4788-10EADC20A89A}"/>
                    </a:ext>
                  </a:extLst>
                </p14:cNvPr>
                <p14:cNvContentPartPr/>
                <p14:nvPr/>
              </p14:nvContentPartPr>
              <p14:xfrm>
                <a:off x="7351724" y="4481968"/>
                <a:ext cx="182160" cy="255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B5DC578-ABD7-9056-4788-10EADC20A89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343084" y="4473328"/>
                  <a:ext cx="19980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767EB08-E64D-7C60-7279-6E808AA52CEE}"/>
              </a:ext>
            </a:extLst>
          </p:cNvPr>
          <p:cNvGrpSpPr/>
          <p:nvPr/>
        </p:nvGrpSpPr>
        <p:grpSpPr>
          <a:xfrm>
            <a:off x="9025724" y="4477648"/>
            <a:ext cx="1191600" cy="298440"/>
            <a:chOff x="9025724" y="4477648"/>
            <a:chExt cx="119160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02C6186-C32D-E55B-95E9-826C0687DD5B}"/>
                    </a:ext>
                  </a:extLst>
                </p14:cNvPr>
                <p14:cNvContentPartPr/>
                <p14:nvPr/>
              </p14:nvContentPartPr>
              <p14:xfrm>
                <a:off x="9025724" y="4504288"/>
                <a:ext cx="135720" cy="2574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02C6186-C32D-E55B-95E9-826C0687DD5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16724" y="4495648"/>
                  <a:ext cx="1533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551DA51-5206-234D-9A30-4D193F69999D}"/>
                    </a:ext>
                  </a:extLst>
                </p14:cNvPr>
                <p14:cNvContentPartPr/>
                <p14:nvPr/>
              </p14:nvContentPartPr>
              <p14:xfrm>
                <a:off x="9227324" y="4492408"/>
                <a:ext cx="121320" cy="238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551DA51-5206-234D-9A30-4D193F69999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218324" y="4483408"/>
                  <a:ext cx="1389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0A10093-879E-F074-387F-085CCFCD4AF2}"/>
                    </a:ext>
                  </a:extLst>
                </p14:cNvPr>
                <p14:cNvContentPartPr/>
                <p14:nvPr/>
              </p14:nvContentPartPr>
              <p14:xfrm>
                <a:off x="9433964" y="4698328"/>
                <a:ext cx="9360" cy="777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0A10093-879E-F074-387F-085CCFCD4AF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425324" y="4689688"/>
                  <a:ext cx="270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9681C40-ED0D-F8B0-E9EA-47D934F6FD30}"/>
                    </a:ext>
                  </a:extLst>
                </p14:cNvPr>
                <p14:cNvContentPartPr/>
                <p14:nvPr/>
              </p14:nvContentPartPr>
              <p14:xfrm>
                <a:off x="9508124" y="4544968"/>
                <a:ext cx="249840" cy="146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9681C40-ED0D-F8B0-E9EA-47D934F6FD3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499484" y="4536328"/>
                  <a:ext cx="2674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740E5B-1714-0D13-1D70-F582EF84EF2F}"/>
                    </a:ext>
                  </a:extLst>
                </p14:cNvPr>
                <p14:cNvContentPartPr/>
                <p14:nvPr/>
              </p14:nvContentPartPr>
              <p14:xfrm>
                <a:off x="9899804" y="4477648"/>
                <a:ext cx="30240" cy="2210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740E5B-1714-0D13-1D70-F582EF84EF2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891164" y="4468648"/>
                  <a:ext cx="478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40240C6-26B4-3EA8-4D46-4AAA5B702656}"/>
                    </a:ext>
                  </a:extLst>
                </p14:cNvPr>
                <p14:cNvContentPartPr/>
                <p14:nvPr/>
              </p14:nvContentPartPr>
              <p14:xfrm>
                <a:off x="9889004" y="4573408"/>
                <a:ext cx="196560" cy="117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40240C6-26B4-3EA8-4D46-4AAA5B70265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880364" y="4564768"/>
                  <a:ext cx="2142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A7E3B02-B17B-DB73-45FE-6209F1ACF3A9}"/>
                    </a:ext>
                  </a:extLst>
                </p14:cNvPr>
                <p14:cNvContentPartPr/>
                <p14:nvPr/>
              </p14:nvContentPartPr>
              <p14:xfrm>
                <a:off x="10216964" y="4675288"/>
                <a:ext cx="360" cy="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A7E3B02-B17B-DB73-45FE-6209F1ACF3A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208324" y="46662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1CB88577-2715-848D-9C73-C09B32CFDF8B}"/>
                  </a:ext>
                </a:extLst>
              </p14:cNvPr>
              <p14:cNvContentPartPr/>
              <p14:nvPr/>
            </p14:nvContentPartPr>
            <p14:xfrm>
              <a:off x="6450644" y="4360648"/>
              <a:ext cx="1427040" cy="6645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1CB88577-2715-848D-9C73-C09B32CFDF8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441644" y="4351648"/>
                <a:ext cx="1444680" cy="68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63C26A25-893B-7022-F3D0-1113EEBCF05D}"/>
                  </a:ext>
                </a:extLst>
              </p14:cNvPr>
              <p14:cNvContentPartPr/>
              <p14:nvPr/>
            </p14:nvContentPartPr>
            <p14:xfrm>
              <a:off x="8584364" y="4364608"/>
              <a:ext cx="1785960" cy="61740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63C26A25-893B-7022-F3D0-1113EEBCF05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575364" y="4355968"/>
                <a:ext cx="1803600" cy="63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BDE9BD6A-4E80-61DF-38AE-F394D93B65DD}"/>
              </a:ext>
            </a:extLst>
          </p:cNvPr>
          <p:cNvGrpSpPr/>
          <p:nvPr/>
        </p:nvGrpSpPr>
        <p:grpSpPr>
          <a:xfrm>
            <a:off x="8411924" y="3354448"/>
            <a:ext cx="2168280" cy="1018440"/>
            <a:chOff x="8411924" y="3354448"/>
            <a:chExt cx="2168280" cy="101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BE0B047-A6D1-F0DA-2D3C-CE9613BD866E}"/>
                    </a:ext>
                  </a:extLst>
                </p14:cNvPr>
                <p14:cNvContentPartPr/>
                <p14:nvPr/>
              </p14:nvContentPartPr>
              <p14:xfrm>
                <a:off x="8753924" y="3450928"/>
                <a:ext cx="128520" cy="117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BE0B047-A6D1-F0DA-2D3C-CE9613BD866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744924" y="3442288"/>
                  <a:ext cx="1461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76A4A32-8469-8F70-73E4-98298818CF14}"/>
                    </a:ext>
                  </a:extLst>
                </p14:cNvPr>
                <p14:cNvContentPartPr/>
                <p14:nvPr/>
              </p14:nvContentPartPr>
              <p14:xfrm>
                <a:off x="8755364" y="3489808"/>
                <a:ext cx="83880" cy="39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76A4A32-8469-8F70-73E4-98298818CF1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746364" y="3481168"/>
                  <a:ext cx="1015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E159E9E-E67E-3894-26C2-85B22E88F8A0}"/>
                    </a:ext>
                  </a:extLst>
                </p14:cNvPr>
                <p14:cNvContentPartPr/>
                <p14:nvPr/>
              </p14:nvContentPartPr>
              <p14:xfrm>
                <a:off x="8759684" y="3438328"/>
                <a:ext cx="76320" cy="18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E159E9E-E67E-3894-26C2-85B22E88F8A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751044" y="3429328"/>
                  <a:ext cx="939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FEFAB10-143C-F0D2-9D77-03715C6393B3}"/>
                    </a:ext>
                  </a:extLst>
                </p14:cNvPr>
                <p14:cNvContentPartPr/>
                <p14:nvPr/>
              </p14:nvContentPartPr>
              <p14:xfrm>
                <a:off x="8886044" y="3470368"/>
                <a:ext cx="63720" cy="78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FEFAB10-143C-F0D2-9D77-03715C6393B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877404" y="3461368"/>
                  <a:ext cx="813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53ED04E-5C6F-97CE-C481-4B2A71C10995}"/>
                    </a:ext>
                  </a:extLst>
                </p14:cNvPr>
                <p14:cNvContentPartPr/>
                <p14:nvPr/>
              </p14:nvContentPartPr>
              <p14:xfrm>
                <a:off x="8878124" y="3481528"/>
                <a:ext cx="35280" cy="93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53ED04E-5C6F-97CE-C481-4B2A71C1099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869124" y="3472528"/>
                  <a:ext cx="529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75D49EA-FF74-A483-8238-9382834F9DC9}"/>
                    </a:ext>
                  </a:extLst>
                </p14:cNvPr>
                <p14:cNvContentPartPr/>
                <p14:nvPr/>
              </p14:nvContentPartPr>
              <p14:xfrm>
                <a:off x="8950484" y="3486208"/>
                <a:ext cx="288000" cy="160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75D49EA-FF74-A483-8238-9382834F9DC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941484" y="3477568"/>
                  <a:ext cx="3056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53B7756-7912-B4A1-ADDA-119425EF7346}"/>
                    </a:ext>
                  </a:extLst>
                </p14:cNvPr>
                <p14:cNvContentPartPr/>
                <p14:nvPr/>
              </p14:nvContentPartPr>
              <p14:xfrm>
                <a:off x="9200324" y="3458128"/>
                <a:ext cx="263880" cy="65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53B7756-7912-B4A1-ADDA-119425EF734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191684" y="3449488"/>
                  <a:ext cx="281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5E89C51-2905-4BB5-03BC-F3D0A4DFE308}"/>
                    </a:ext>
                  </a:extLst>
                </p14:cNvPr>
                <p14:cNvContentPartPr/>
                <p14:nvPr/>
              </p14:nvContentPartPr>
              <p14:xfrm>
                <a:off x="9486884" y="3450568"/>
                <a:ext cx="169920" cy="64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5E89C51-2905-4BB5-03BC-F3D0A4DFE30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477884" y="3441928"/>
                  <a:ext cx="1875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C130DB0-584E-2834-C46F-116BA63684D8}"/>
                    </a:ext>
                  </a:extLst>
                </p14:cNvPr>
                <p14:cNvContentPartPr/>
                <p14:nvPr/>
              </p14:nvContentPartPr>
              <p14:xfrm>
                <a:off x="9701804" y="3406648"/>
                <a:ext cx="91080" cy="128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C130DB0-584E-2834-C46F-116BA63684D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693164" y="3398008"/>
                  <a:ext cx="1087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A1A07BB-554E-4890-7CC7-9E5F957C8941}"/>
                    </a:ext>
                  </a:extLst>
                </p14:cNvPr>
                <p14:cNvContentPartPr/>
                <p14:nvPr/>
              </p14:nvContentPartPr>
              <p14:xfrm>
                <a:off x="9777764" y="3497008"/>
                <a:ext cx="40680" cy="46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A1A07BB-554E-4890-7CC7-9E5F957C894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769124" y="3488368"/>
                  <a:ext cx="583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5B8ED0C-191E-4562-A503-55C97075DEC3}"/>
                    </a:ext>
                  </a:extLst>
                </p14:cNvPr>
                <p14:cNvContentPartPr/>
                <p14:nvPr/>
              </p14:nvContentPartPr>
              <p14:xfrm>
                <a:off x="9924284" y="3363088"/>
                <a:ext cx="56520" cy="28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5B8ED0C-191E-4562-A503-55C97075DEC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915644" y="3354088"/>
                  <a:ext cx="741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933CFF5-95AD-1119-6CE2-22AB3E89153E}"/>
                    </a:ext>
                  </a:extLst>
                </p14:cNvPr>
                <p14:cNvContentPartPr/>
                <p14:nvPr/>
              </p14:nvContentPartPr>
              <p14:xfrm>
                <a:off x="9912404" y="3377488"/>
                <a:ext cx="85320" cy="1544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933CFF5-95AD-1119-6CE2-22AB3E89153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903404" y="3368488"/>
                  <a:ext cx="1029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4C2BBB7-C460-22BC-66EB-3964DD15B6B4}"/>
                    </a:ext>
                  </a:extLst>
                </p14:cNvPr>
                <p14:cNvContentPartPr/>
                <p14:nvPr/>
              </p14:nvContentPartPr>
              <p14:xfrm>
                <a:off x="10054964" y="3398008"/>
                <a:ext cx="525240" cy="227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4C2BBB7-C460-22BC-66EB-3964DD15B6B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046324" y="3389008"/>
                  <a:ext cx="5428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D37F953-B4F5-2197-2A33-B49473EAAADA}"/>
                    </a:ext>
                  </a:extLst>
                </p14:cNvPr>
                <p14:cNvContentPartPr/>
                <p14:nvPr/>
              </p14:nvContentPartPr>
              <p14:xfrm>
                <a:off x="8411924" y="3354448"/>
                <a:ext cx="756720" cy="9522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D37F953-B4F5-2197-2A33-B49473EAAAD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403284" y="3345808"/>
                  <a:ext cx="774360" cy="9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8E9E139-B4DF-E312-FB2F-121EB20B6128}"/>
                    </a:ext>
                  </a:extLst>
                </p14:cNvPr>
                <p14:cNvContentPartPr/>
                <p14:nvPr/>
              </p14:nvContentPartPr>
              <p14:xfrm>
                <a:off x="9058124" y="4168408"/>
                <a:ext cx="189720" cy="204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8E9E139-B4DF-E312-FB2F-121EB20B612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049124" y="4159408"/>
                  <a:ext cx="207360" cy="222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99044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05F96-2DFA-499C-5A98-63A625B12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89A954-90D4-3C64-7FBE-27F8D2EA3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A </a:t>
            </a:r>
            <a:r>
              <a:rPr lang="fr-FR" dirty="0" err="1"/>
              <a:t>decision</a:t>
            </a:r>
            <a:r>
              <a:rPr lang="fr-FR" dirty="0"/>
              <a:t> </a:t>
            </a:r>
            <a:r>
              <a:rPr lang="fr-FR" dirty="0" err="1"/>
              <a:t>tree</a:t>
            </a:r>
            <a:r>
              <a:rPr lang="fr-FR" dirty="0"/>
              <a:t> </a:t>
            </a:r>
            <a:r>
              <a:rPr lang="fr-FR" dirty="0" err="1"/>
              <a:t>seen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disjunction</a:t>
            </a:r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A316F9-C81C-CCC1-2A6B-54A2FCC5A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261" y="2502818"/>
            <a:ext cx="6492803" cy="4077053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3A544A89-C44A-3F98-4F9E-BE249CCF2FB7}"/>
              </a:ext>
            </a:extLst>
          </p:cNvPr>
          <p:cNvSpPr/>
          <p:nvPr/>
        </p:nvSpPr>
        <p:spPr>
          <a:xfrm>
            <a:off x="1385052" y="5462337"/>
            <a:ext cx="574209" cy="320842"/>
          </a:xfrm>
          <a:prstGeom prst="rightArrow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4242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F0471-DCE1-3B3B-7CDA-7B514B585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949204-7F26-0164-58BF-ECC1654F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 err="1"/>
              <a:t>Random</a:t>
            </a:r>
            <a:r>
              <a:rPr lang="fr-FR" dirty="0"/>
              <a:t> </a:t>
            </a:r>
            <a:r>
              <a:rPr lang="fr-FR" dirty="0" err="1"/>
              <a:t>forest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132D852-6D86-D673-DA2A-4211BE75D33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5475913" cy="359747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Multiple </a:t>
            </a:r>
            <a:r>
              <a:rPr lang="fr-FR" dirty="0" err="1"/>
              <a:t>decision</a:t>
            </a:r>
            <a:r>
              <a:rPr lang="fr-FR" dirty="0"/>
              <a:t> </a:t>
            </a:r>
            <a:r>
              <a:rPr lang="fr-FR" dirty="0" err="1"/>
              <a:t>trees</a:t>
            </a:r>
            <a:r>
              <a:rPr lang="fr-FR" dirty="0"/>
              <a:t> but </a:t>
            </a:r>
            <a:r>
              <a:rPr lang="fr-FR" dirty="0" err="1"/>
              <a:t>why</a:t>
            </a:r>
            <a:r>
              <a:rPr lang="fr-FR" dirty="0"/>
              <a:t> ?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fr-FR" dirty="0"/>
              <a:t>One unique </a:t>
            </a:r>
            <a:r>
              <a:rPr lang="fr-FR" dirty="0" err="1"/>
              <a:t>decision</a:t>
            </a:r>
            <a:r>
              <a:rPr lang="fr-FR" dirty="0"/>
              <a:t> </a:t>
            </a:r>
            <a:r>
              <a:rPr lang="fr-FR" dirty="0" err="1"/>
              <a:t>tree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unstable</a:t>
            </a:r>
            <a:endParaRPr lang="fr-F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fr-FR" dirty="0"/>
              <a:t>Small changes on data can change a lot</a:t>
            </a:r>
          </a:p>
          <a:p>
            <a:pPr marL="891540" lvl="2" indent="-342900">
              <a:buFont typeface="Courier New" panose="02070309020205020404" pitchFamily="49" charset="0"/>
              <a:buChar char="o"/>
            </a:pPr>
            <a:r>
              <a:rPr lang="fr-FR" dirty="0"/>
              <a:t>High variance and </a:t>
            </a:r>
            <a:r>
              <a:rPr lang="fr-FR" dirty="0" err="1"/>
              <a:t>overfitting</a:t>
            </a:r>
            <a:endParaRPr lang="fr-F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 err="1"/>
              <a:t>Random</a:t>
            </a:r>
            <a:r>
              <a:rPr lang="fr-FR" dirty="0"/>
              <a:t> </a:t>
            </a:r>
            <a:r>
              <a:rPr lang="fr-FR" dirty="0" err="1"/>
              <a:t>forest</a:t>
            </a:r>
            <a:r>
              <a:rPr lang="fr-FR" dirty="0"/>
              <a:t> combines </a:t>
            </a:r>
            <a:r>
              <a:rPr lang="fr-FR" dirty="0" err="1"/>
              <a:t>trees</a:t>
            </a:r>
            <a:r>
              <a:rPr lang="fr-FR" dirty="0"/>
              <a:t> for </a:t>
            </a:r>
            <a:r>
              <a:rPr lang="fr-FR" dirty="0" err="1"/>
              <a:t>better</a:t>
            </a:r>
            <a:r>
              <a:rPr lang="fr-FR" dirty="0"/>
              <a:t> </a:t>
            </a:r>
            <a:r>
              <a:rPr lang="fr-FR" dirty="0" err="1"/>
              <a:t>robustess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9CF65E-63B0-DDB8-403D-B2BE9B7AC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92" y="2335464"/>
            <a:ext cx="5349450" cy="382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497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2A5FC-EDB9-6C86-4802-9DF47D115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446FA0-7AD2-0513-5169-F6AF8B39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 err="1"/>
              <a:t>Random</a:t>
            </a:r>
            <a:r>
              <a:rPr lang="fr-FR" dirty="0"/>
              <a:t> </a:t>
            </a:r>
            <a:r>
              <a:rPr lang="fr-FR" dirty="0" err="1"/>
              <a:t>forest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A0CDE2-8EB0-AC4F-BEFB-3F3866B21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92" y="2335464"/>
            <a:ext cx="5349450" cy="3824703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BD6C9561-EC60-8AFB-B8F7-D58F0BE23ED9}"/>
              </a:ext>
            </a:extLst>
          </p:cNvPr>
          <p:cNvSpPr>
            <a:spLocks noGrp="1" noChangeArrowheads="1"/>
          </p:cNvSpPr>
          <p:nvPr>
            <p:ph sz="quarter" idx="16"/>
          </p:nvPr>
        </p:nvSpPr>
        <p:spPr bwMode="auto">
          <a:xfrm>
            <a:off x="5817519" y="2361454"/>
            <a:ext cx="590123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800" dirty="0"/>
              <a:t>Train </a:t>
            </a:r>
            <a:r>
              <a:rPr lang="fr-FR" altLang="fr-FR" sz="1800" dirty="0" err="1"/>
              <a:t>many</a:t>
            </a:r>
            <a:r>
              <a:rPr lang="fr-FR" altLang="fr-FR" sz="1800" dirty="0"/>
              <a:t> </a:t>
            </a:r>
            <a:r>
              <a:rPr lang="fr-FR" altLang="fr-FR" sz="1800" dirty="0" err="1"/>
              <a:t>decision</a:t>
            </a:r>
            <a:r>
              <a:rPr lang="fr-FR" altLang="fr-FR" sz="1800" dirty="0"/>
              <a:t> </a:t>
            </a:r>
            <a:r>
              <a:rPr lang="fr-FR" altLang="fr-FR" sz="1800" dirty="0" err="1"/>
              <a:t>trees</a:t>
            </a:r>
            <a:r>
              <a:rPr lang="fr-FR" altLang="fr-FR" sz="1800" dirty="0"/>
              <a:t> on </a:t>
            </a:r>
            <a:r>
              <a:rPr lang="fr-FR" altLang="fr-FR" sz="1800" dirty="0" err="1"/>
              <a:t>different</a:t>
            </a:r>
            <a:r>
              <a:rPr lang="fr-FR" altLang="fr-FR" sz="1800" dirty="0"/>
              <a:t> </a:t>
            </a:r>
            <a:r>
              <a:rPr lang="fr-FR" altLang="fr-FR" sz="1800" dirty="0" err="1"/>
              <a:t>random</a:t>
            </a:r>
            <a:r>
              <a:rPr lang="fr-FR" altLang="fr-FR" sz="1800" dirty="0"/>
              <a:t> </a:t>
            </a:r>
            <a:r>
              <a:rPr lang="fr-FR" altLang="fr-FR" sz="1800" dirty="0" err="1"/>
              <a:t>samples</a:t>
            </a:r>
            <a:r>
              <a:rPr lang="fr-FR" altLang="fr-FR" sz="1800" dirty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800" dirty="0"/>
              <a:t>Use a </a:t>
            </a:r>
            <a:r>
              <a:rPr lang="fr-FR" altLang="fr-FR" sz="1800" dirty="0" err="1"/>
              <a:t>random</a:t>
            </a:r>
            <a:r>
              <a:rPr lang="fr-FR" altLang="fr-FR" sz="1800" dirty="0"/>
              <a:t> </a:t>
            </a:r>
            <a:r>
              <a:rPr lang="fr-FR" altLang="fr-FR" sz="1800" dirty="0" err="1"/>
              <a:t>subset</a:t>
            </a:r>
            <a:r>
              <a:rPr lang="fr-FR" altLang="fr-FR" sz="1800" dirty="0"/>
              <a:t> of </a:t>
            </a:r>
            <a:r>
              <a:rPr lang="fr-FR" altLang="fr-FR" sz="1800" dirty="0" err="1"/>
              <a:t>features</a:t>
            </a:r>
            <a:r>
              <a:rPr lang="fr-FR" altLang="fr-FR" sz="1800" dirty="0"/>
              <a:t> at </a:t>
            </a:r>
            <a:r>
              <a:rPr lang="fr-FR" altLang="fr-FR" sz="1800" dirty="0" err="1"/>
              <a:t>each</a:t>
            </a:r>
            <a:r>
              <a:rPr lang="fr-FR" altLang="fr-FR" sz="1800" dirty="0"/>
              <a:t> split and </a:t>
            </a:r>
            <a:r>
              <a:rPr lang="fr-FR" altLang="fr-FR" sz="1800" dirty="0" err="1"/>
              <a:t>still</a:t>
            </a:r>
            <a:r>
              <a:rPr lang="fr-FR" altLang="fr-FR" sz="1800" dirty="0"/>
              <a:t>  use the best one of </a:t>
            </a:r>
            <a:r>
              <a:rPr lang="fr-FR" altLang="fr-FR" sz="1800" dirty="0" err="1"/>
              <a:t>this</a:t>
            </a:r>
            <a:r>
              <a:rPr lang="fr-FR" altLang="fr-FR" sz="1800" dirty="0"/>
              <a:t> </a:t>
            </a:r>
            <a:r>
              <a:rPr lang="fr-FR" altLang="fr-FR" sz="1800" dirty="0" err="1"/>
              <a:t>subset</a:t>
            </a:r>
            <a:endParaRPr lang="fr-FR" altLang="fr-F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800" dirty="0"/>
              <a:t>Combine all </a:t>
            </a:r>
            <a:r>
              <a:rPr lang="fr-FR" altLang="fr-FR" sz="1800" dirty="0" err="1"/>
              <a:t>predictions</a:t>
            </a:r>
            <a:r>
              <a:rPr lang="fr-FR" altLang="fr-FR" sz="1800" dirty="0"/>
              <a:t> at the end: </a:t>
            </a:r>
            <a:r>
              <a:rPr lang="fr-FR" altLang="fr-FR" sz="1800" dirty="0" err="1"/>
              <a:t>we</a:t>
            </a:r>
            <a:r>
              <a:rPr lang="fr-FR" altLang="fr-FR" sz="1800" dirty="0"/>
              <a:t> </a:t>
            </a:r>
            <a:r>
              <a:rPr lang="fr-FR" altLang="fr-FR" sz="1800" dirty="0" err="1"/>
              <a:t>keep</a:t>
            </a:r>
            <a:r>
              <a:rPr lang="fr-FR" altLang="fr-FR" sz="1800" dirty="0"/>
              <a:t> the </a:t>
            </a:r>
            <a:r>
              <a:rPr lang="fr-FR" altLang="fr-FR" sz="1800" dirty="0" err="1"/>
              <a:t>result</a:t>
            </a:r>
            <a:r>
              <a:rPr lang="fr-FR" altLang="fr-FR" sz="1800" dirty="0"/>
              <a:t> of the </a:t>
            </a:r>
            <a:r>
              <a:rPr lang="fr-FR" altLang="fr-FR" sz="1800" dirty="0" err="1"/>
              <a:t>majority</a:t>
            </a:r>
            <a:r>
              <a:rPr lang="fr-FR" altLang="fr-FR" sz="1800" dirty="0"/>
              <a:t> (or the </a:t>
            </a:r>
            <a:r>
              <a:rPr lang="fr-FR" altLang="fr-FR" sz="1800" dirty="0" err="1"/>
              <a:t>average</a:t>
            </a:r>
            <a:r>
              <a:rPr lang="fr-FR" altLang="fr-FR" sz="1800" dirty="0"/>
              <a:t> for </a:t>
            </a:r>
            <a:r>
              <a:rPr lang="fr-FR" altLang="fr-FR" sz="1800" dirty="0" err="1"/>
              <a:t>regression</a:t>
            </a:r>
            <a:r>
              <a:rPr lang="fr-FR" altLang="fr-FR" sz="1800" dirty="0"/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800" dirty="0"/>
              <a:t>Final </a:t>
            </a:r>
            <a:r>
              <a:rPr lang="fr-FR" altLang="fr-FR" sz="1800" dirty="0" err="1"/>
              <a:t>result</a:t>
            </a:r>
            <a:r>
              <a:rPr lang="fr-FR" altLang="fr-FR" sz="1800" dirty="0"/>
              <a:t> = more </a:t>
            </a:r>
            <a:r>
              <a:rPr lang="fr-FR" altLang="fr-FR" sz="1800" dirty="0" err="1"/>
              <a:t>accurate</a:t>
            </a:r>
            <a:r>
              <a:rPr lang="fr-FR" altLang="fr-FR" sz="1800" dirty="0"/>
              <a:t> and more stable </a:t>
            </a:r>
          </a:p>
        </p:txBody>
      </p:sp>
    </p:spTree>
    <p:extLst>
      <p:ext uri="{BB962C8B-B14F-4D97-AF65-F5344CB8AC3E}">
        <p14:creationId xmlns:p14="http://schemas.microsoft.com/office/powerpoint/2010/main" val="3534464116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2_TF78853419_Win32" id="{E939D1AD-245E-4113-B88E-E20D599B2C52}" vid="{B269D645-ADA9-4C84-B6E4-2BDC65D07C9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{5C20B3D5-CC84-4231-8481-C6562C2E50C5}TFd3b75063-ff25-434d-b12c-efeaf07d16c3843f2ce2_win32-4817930b7c4d</Template>
  <TotalTime>0</TotalTime>
  <Words>449</Words>
  <Application>Microsoft Office PowerPoint</Application>
  <PresentationFormat>Widescreen</PresentationFormat>
  <Paragraphs>152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 Narrow</vt:lpstr>
      <vt:lpstr>Arial</vt:lpstr>
      <vt:lpstr>Calibri</vt:lpstr>
      <vt:lpstr>Cambria Math</vt:lpstr>
      <vt:lpstr>Courier New</vt:lpstr>
      <vt:lpstr>Franklin Gothic Book</vt:lpstr>
      <vt:lpstr>Franklin Gothic Demi</vt:lpstr>
      <vt:lpstr>Personnalisé</vt:lpstr>
      <vt:lpstr>Decision tree and random forest</vt:lpstr>
      <vt:lpstr>Problem to solve</vt:lpstr>
      <vt:lpstr>Example of a decision tree</vt:lpstr>
      <vt:lpstr>Data to build a decision tree</vt:lpstr>
      <vt:lpstr>How to construct it ?</vt:lpstr>
      <vt:lpstr>Entropy of decision tree</vt:lpstr>
      <vt:lpstr>Information gain</vt:lpstr>
      <vt:lpstr>Example </vt:lpstr>
      <vt:lpstr>Decision tree for regression</vt:lpstr>
      <vt:lpstr>A decision tree seen with disjunction</vt:lpstr>
      <vt:lpstr>Random forest</vt:lpstr>
      <vt:lpstr>Random forest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Matthieu Giraud - Sauveur (Student at CentraleSupelec)</dc:creator>
  <cp:lastModifiedBy>Matthieu Giraud - Sauveur (Student at CentraleSupelec)</cp:lastModifiedBy>
  <cp:revision>5</cp:revision>
  <dcterms:created xsi:type="dcterms:W3CDTF">2026-04-02T09:55:26Z</dcterms:created>
  <dcterms:modified xsi:type="dcterms:W3CDTF">2026-04-02T11:53:37Z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